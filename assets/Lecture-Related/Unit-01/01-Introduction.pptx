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 id="2147483672" r:id="rId3"/>
  </p:sldMasterIdLst>
  <p:notesMasterIdLst>
    <p:notesMasterId r:id="rId34"/>
  </p:notesMasterIdLst>
  <p:sldIdLst>
    <p:sldId id="257" r:id="rId4"/>
    <p:sldId id="306" r:id="rId5"/>
    <p:sldId id="259" r:id="rId6"/>
    <p:sldId id="260" r:id="rId7"/>
    <p:sldId id="261" r:id="rId8"/>
    <p:sldId id="262" r:id="rId9"/>
    <p:sldId id="266" r:id="rId10"/>
    <p:sldId id="267" r:id="rId11"/>
    <p:sldId id="307" r:id="rId12"/>
    <p:sldId id="308" r:id="rId13"/>
    <p:sldId id="309" r:id="rId14"/>
    <p:sldId id="310" r:id="rId15"/>
    <p:sldId id="312" r:id="rId16"/>
    <p:sldId id="313" r:id="rId17"/>
    <p:sldId id="311" r:id="rId18"/>
    <p:sldId id="273" r:id="rId19"/>
    <p:sldId id="274" r:id="rId20"/>
    <p:sldId id="276" r:id="rId21"/>
    <p:sldId id="314" r:id="rId22"/>
    <p:sldId id="277" r:id="rId23"/>
    <p:sldId id="297" r:id="rId24"/>
    <p:sldId id="315" r:id="rId25"/>
    <p:sldId id="298" r:id="rId26"/>
    <p:sldId id="299" r:id="rId27"/>
    <p:sldId id="300" r:id="rId28"/>
    <p:sldId id="301" r:id="rId29"/>
    <p:sldId id="302" r:id="rId30"/>
    <p:sldId id="303" r:id="rId31"/>
    <p:sldId id="304" r:id="rId32"/>
    <p:sldId id="305" r:id="rId33"/>
  </p:sldIdLst>
  <p:sldSz cx="9144000" cy="5143500" type="screen16x9"/>
  <p:notesSz cx="6858000" cy="9144000"/>
  <p:embeddedFontLst>
    <p:embeddedFont>
      <p:font typeface="Encode Sans Condensed" panose="020B0604020202020204" charset="0"/>
      <p:regular r:id="rId35"/>
      <p:bold r:id="rId36"/>
    </p:embeddedFont>
    <p:embeddedFont>
      <p:font typeface="Open Sans" panose="020B0606030504020204" pitchFamily="34" charset="0"/>
      <p:regular r:id="rId37"/>
      <p:bold r:id="rId38"/>
      <p:italic r:id="rId39"/>
      <p:boldItalic r:id="rId40"/>
    </p:embeddedFont>
    <p:embeddedFont>
      <p:font typeface="Roboto" panose="02000000000000000000" pitchFamily="2" charset="0"/>
      <p:regular r:id="rId41"/>
      <p:bold r:id="rId42"/>
      <p:italic r:id="rId43"/>
      <p:boldItalic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0" roundtripDataSignature="AMtx7mhTeHOxdWzUBCJW4+CTLp4RL3RVG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B008B"/>
    <a:srgbClr val="006400"/>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940" y="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5.fntdata"/><Relationship Id="rId21" Type="http://schemas.openxmlformats.org/officeDocument/2006/relationships/slide" Target="slides/slide18.xml"/><Relationship Id="rId34" Type="http://schemas.openxmlformats.org/officeDocument/2006/relationships/notesMaster" Target="notesMasters/notesMaster1.xml"/><Relationship Id="rId42" Type="http://schemas.openxmlformats.org/officeDocument/2006/relationships/font" Target="fonts/font8.fntdata"/><Relationship Id="rId7" Type="http://schemas.openxmlformats.org/officeDocument/2006/relationships/slide" Target="slides/slide4.xml"/><Relationship Id="rId71"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font" Target="fonts/font3.fntdata"/><Relationship Id="rId40" Type="http://schemas.openxmlformats.org/officeDocument/2006/relationships/font" Target="fonts/font6.fntdata"/><Relationship Id="rId74"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font" Target="fonts/font2.fntdata"/><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font" Target="fonts/font10.fntdata"/><Relationship Id="rId73"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font" Target="fonts/font1.fntdata"/><Relationship Id="rId43" Type="http://schemas.openxmlformats.org/officeDocument/2006/relationships/font" Target="fonts/font9.fntdata"/><Relationship Id="rId8" Type="http://schemas.openxmlformats.org/officeDocument/2006/relationships/slide" Target="slides/slide5.xml"/><Relationship Id="rId72"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font" Target="fonts/font4.fntdata"/><Relationship Id="rId20" Type="http://schemas.openxmlformats.org/officeDocument/2006/relationships/slide" Target="slides/slide17.xml"/><Relationship Id="rId41" Type="http://schemas.openxmlformats.org/officeDocument/2006/relationships/font" Target="fonts/font7.fntdata"/><Relationship Id="rId70" Type="http://customschemas.google.com/relationships/presentationmetadata" Target="metadata"/><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tra, Anna" userId="e9989d5f-805c-4c72-941a-2ae03eb2d57b" providerId="ADAL" clId="{85236ADF-A1DA-4E1A-B429-B202A4B365EE}"/>
    <pc:docChg chg="undo custSel addSld delSld modSld">
      <pc:chgData name="Batra, Anna" userId="e9989d5f-805c-4c72-941a-2ae03eb2d57b" providerId="ADAL" clId="{85236ADF-A1DA-4E1A-B429-B202A4B365EE}" dt="2026-03-26T20:31:26.133" v="2375" actId="20577"/>
      <pc:docMkLst>
        <pc:docMk/>
      </pc:docMkLst>
      <pc:sldChg chg="modSp mod">
        <pc:chgData name="Batra, Anna" userId="e9989d5f-805c-4c72-941a-2ae03eb2d57b" providerId="ADAL" clId="{85236ADF-A1DA-4E1A-B429-B202A4B365EE}" dt="2026-03-26T20:28:27.619" v="2250" actId="20577"/>
        <pc:sldMkLst>
          <pc:docMk/>
          <pc:sldMk cId="0" sldId="262"/>
        </pc:sldMkLst>
        <pc:spChg chg="mod">
          <ac:chgData name="Batra, Anna" userId="e9989d5f-805c-4c72-941a-2ae03eb2d57b" providerId="ADAL" clId="{85236ADF-A1DA-4E1A-B429-B202A4B365EE}" dt="2026-03-26T20:28:27.619" v="2250" actId="20577"/>
          <ac:spMkLst>
            <pc:docMk/>
            <pc:sldMk cId="0" sldId="262"/>
            <ac:spMk id="179" creationId="{00000000-0000-0000-0000-000000000000}"/>
          </ac:spMkLst>
        </pc:spChg>
      </pc:sldChg>
      <pc:sldChg chg="modSp mod">
        <pc:chgData name="Batra, Anna" userId="e9989d5f-805c-4c72-941a-2ae03eb2d57b" providerId="ADAL" clId="{85236ADF-A1DA-4E1A-B429-B202A4B365EE}" dt="2026-03-26T20:30:55.843" v="2356" actId="20577"/>
        <pc:sldMkLst>
          <pc:docMk/>
          <pc:sldMk cId="0" sldId="297"/>
        </pc:sldMkLst>
        <pc:spChg chg="mod">
          <ac:chgData name="Batra, Anna" userId="e9989d5f-805c-4c72-941a-2ae03eb2d57b" providerId="ADAL" clId="{85236ADF-A1DA-4E1A-B429-B202A4B365EE}" dt="2026-03-26T20:30:55.843" v="2356" actId="20577"/>
          <ac:spMkLst>
            <pc:docMk/>
            <pc:sldMk cId="0" sldId="297"/>
            <ac:spMk id="456" creationId="{00000000-0000-0000-0000-000000000000}"/>
          </ac:spMkLst>
        </pc:spChg>
      </pc:sldChg>
      <pc:sldChg chg="modSp mod">
        <pc:chgData name="Batra, Anna" userId="e9989d5f-805c-4c72-941a-2ae03eb2d57b" providerId="ADAL" clId="{85236ADF-A1DA-4E1A-B429-B202A4B365EE}" dt="2026-03-26T20:31:26.133" v="2375" actId="20577"/>
        <pc:sldMkLst>
          <pc:docMk/>
          <pc:sldMk cId="0" sldId="304"/>
        </pc:sldMkLst>
        <pc:spChg chg="mod">
          <ac:chgData name="Batra, Anna" userId="e9989d5f-805c-4c72-941a-2ae03eb2d57b" providerId="ADAL" clId="{85236ADF-A1DA-4E1A-B429-B202A4B365EE}" dt="2026-03-26T20:31:26.133" v="2375" actId="20577"/>
          <ac:spMkLst>
            <pc:docMk/>
            <pc:sldMk cId="0" sldId="304"/>
            <ac:spMk id="508" creationId="{00000000-0000-0000-0000-000000000000}"/>
          </ac:spMkLst>
        </pc:spChg>
      </pc:sldChg>
      <pc:sldChg chg="modSp mod">
        <pc:chgData name="Batra, Anna" userId="e9989d5f-805c-4c72-941a-2ae03eb2d57b" providerId="ADAL" clId="{85236ADF-A1DA-4E1A-B429-B202A4B365EE}" dt="2026-03-26T20:29:32.014" v="2296" actId="313"/>
        <pc:sldMkLst>
          <pc:docMk/>
          <pc:sldMk cId="3158584071" sldId="313"/>
        </pc:sldMkLst>
        <pc:spChg chg="mod">
          <ac:chgData name="Batra, Anna" userId="e9989d5f-805c-4c72-941a-2ae03eb2d57b" providerId="ADAL" clId="{85236ADF-A1DA-4E1A-B429-B202A4B365EE}" dt="2026-03-26T20:29:32.014" v="2296" actId="313"/>
          <ac:spMkLst>
            <pc:docMk/>
            <pc:sldMk cId="3158584071" sldId="313"/>
            <ac:spMk id="3" creationId="{CEF3DB54-01C6-C7A9-1A68-A3ADBFC5E6E4}"/>
          </ac:spMkLst>
        </pc:spChg>
      </pc:sldChg>
      <pc:sldChg chg="modSp add mod">
        <pc:chgData name="Batra, Anna" userId="e9989d5f-805c-4c72-941a-2ae03eb2d57b" providerId="ADAL" clId="{85236ADF-A1DA-4E1A-B429-B202A4B365EE}" dt="2026-03-26T20:30:48.603" v="2348" actId="20577"/>
        <pc:sldMkLst>
          <pc:docMk/>
          <pc:sldMk cId="4020721464" sldId="315"/>
        </pc:sldMkLst>
        <pc:spChg chg="mod">
          <ac:chgData name="Batra, Anna" userId="e9989d5f-805c-4c72-941a-2ae03eb2d57b" providerId="ADAL" clId="{85236ADF-A1DA-4E1A-B429-B202A4B365EE}" dt="2026-03-26T20:30:48.603" v="2348" actId="20577"/>
          <ac:spMkLst>
            <pc:docMk/>
            <pc:sldMk cId="4020721464" sldId="315"/>
            <ac:spMk id="456" creationId="{4EB1F277-4F27-3F13-7C1E-065FBD482CE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33e051732b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33e051732b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 name="Google Shape;133;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0806113" y="5930900"/>
            <a:ext cx="28470226" cy="160147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p6:notes"/>
          <p:cNvSpPr txBox="1">
            <a:spLocks noGrp="1"/>
          </p:cNvSpPr>
          <p:nvPr>
            <p:ph type="body" idx="1"/>
          </p:nvPr>
        </p:nvSpPr>
        <p:spPr>
          <a:xfrm>
            <a:off x="685800" y="22835286"/>
            <a:ext cx="5486400" cy="186843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1" name="Google Shape;141;p6:notes"/>
          <p:cNvSpPr txBox="1">
            <a:spLocks noGrp="1"/>
          </p:cNvSpPr>
          <p:nvPr>
            <p:ph type="sldNum" idx="12"/>
          </p:nvPr>
        </p:nvSpPr>
        <p:spPr>
          <a:xfrm>
            <a:off x="3884613" y="45069213"/>
            <a:ext cx="2971800" cy="23802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200"/>
              <a:buFont typeface="Arial"/>
              <a:buNone/>
            </a:pPr>
            <a:fld id="{00000000-1234-1234-1234-123412341234}" type="slidenum">
              <a:rPr lang="en" sz="1400" b="0" i="0" u="none" strike="noStrike" cap="none">
                <a:solidFill>
                  <a:srgbClr val="000000"/>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20ca67c64f_0_2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320ca67c64f_0_2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20ca67c64f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320ca67c64f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20ca67c64f_0_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320ca67c64f_0_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2f6e17132a5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2f6e17132a5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2409fcb973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2409fcb97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2f6e17132a5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2f6e17132a5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2f6e17132a5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2f6e17132a5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7" name="Google Shape;267;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2f6e17132a5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2f6e17132a5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4" name="Google Shape;454;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a:extLst>
            <a:ext uri="{FF2B5EF4-FFF2-40B4-BE49-F238E27FC236}">
              <a16:creationId xmlns:a16="http://schemas.microsoft.com/office/drawing/2014/main" id="{43F99E92-AD6F-A3C3-D4CA-A66A4438BCAC}"/>
            </a:ext>
          </a:extLst>
        </p:cNvPr>
        <p:cNvGrpSpPr/>
        <p:nvPr/>
      </p:nvGrpSpPr>
      <p:grpSpPr>
        <a:xfrm>
          <a:off x="0" y="0"/>
          <a:ext cx="0" cy="0"/>
          <a:chOff x="0" y="0"/>
          <a:chExt cx="0" cy="0"/>
        </a:xfrm>
      </p:grpSpPr>
      <p:sp>
        <p:nvSpPr>
          <p:cNvPr id="453" name="Google Shape;453;p39:notes">
            <a:extLst>
              <a:ext uri="{FF2B5EF4-FFF2-40B4-BE49-F238E27FC236}">
                <a16:creationId xmlns:a16="http://schemas.microsoft.com/office/drawing/2014/main" id="{858EAD47-B66B-938D-974A-80A1CEC093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54" name="Google Shape;454;p39:notes">
            <a:extLst>
              <a:ext uri="{FF2B5EF4-FFF2-40B4-BE49-F238E27FC236}">
                <a16:creationId xmlns:a16="http://schemas.microsoft.com/office/drawing/2014/main" id="{69740154-639B-690E-468B-E14DD7E5FEF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990144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0" name="Google Shape;460;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68" name="Google Shape;468;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6" name="Google Shape;476;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3" name="Google Shape;483;p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1" name="Google Shape;491;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8" name="Google Shape;498;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06" name="Google Shape;506;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32a7fc5f46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3" name="Google Shape;513;g32a7fc5f463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Start next class going over find and fix errors able</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Worksheet Question 2">
  <p:cSld name="TITLE_AND_BODY_1">
    <p:spTree>
      <p:nvGrpSpPr>
        <p:cNvPr id="1" name="Shape 9"/>
        <p:cNvGrpSpPr/>
        <p:nvPr/>
      </p:nvGrpSpPr>
      <p:grpSpPr>
        <a:xfrm>
          <a:off x="0" y="0"/>
          <a:ext cx="0" cy="0"/>
          <a:chOff x="0" y="0"/>
          <a:chExt cx="0" cy="0"/>
        </a:xfrm>
      </p:grpSpPr>
      <p:sp>
        <p:nvSpPr>
          <p:cNvPr id="10" name="Google Shape;10;p50"/>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lvl1pPr lvl="0" algn="l">
              <a:lnSpc>
                <a:spcPct val="100000"/>
              </a:lnSpc>
              <a:spcBef>
                <a:spcPts val="0"/>
              </a:spcBef>
              <a:spcAft>
                <a:spcPts val="0"/>
              </a:spcAft>
              <a:buSzPts val="2400"/>
              <a:buNone/>
              <a:defRPr/>
            </a:lvl1pPr>
            <a:lvl2pPr lvl="1" algn="l">
              <a:lnSpc>
                <a:spcPct val="100000"/>
              </a:lnSpc>
              <a:spcBef>
                <a:spcPts val="0"/>
              </a:spcBef>
              <a:spcAft>
                <a:spcPts val="0"/>
              </a:spcAft>
              <a:buSzPts val="2400"/>
              <a:buNone/>
              <a:defRPr/>
            </a:lvl2pPr>
            <a:lvl3pPr lvl="2" algn="l">
              <a:lnSpc>
                <a:spcPct val="100000"/>
              </a:lnSpc>
              <a:spcBef>
                <a:spcPts val="0"/>
              </a:spcBef>
              <a:spcAft>
                <a:spcPts val="0"/>
              </a:spcAft>
              <a:buSzPts val="2400"/>
              <a:buNone/>
              <a:defRPr/>
            </a:lvl3pPr>
            <a:lvl4pPr lvl="3" algn="l">
              <a:lnSpc>
                <a:spcPct val="100000"/>
              </a:lnSpc>
              <a:spcBef>
                <a:spcPts val="0"/>
              </a:spcBef>
              <a:spcAft>
                <a:spcPts val="0"/>
              </a:spcAft>
              <a:buSzPts val="2400"/>
              <a:buNone/>
              <a:defRPr/>
            </a:lvl4pPr>
            <a:lvl5pPr lvl="4" algn="l">
              <a:lnSpc>
                <a:spcPct val="100000"/>
              </a:lnSpc>
              <a:spcBef>
                <a:spcPts val="0"/>
              </a:spcBef>
              <a:spcAft>
                <a:spcPts val="0"/>
              </a:spcAft>
              <a:buSzPts val="2400"/>
              <a:buNone/>
              <a:defRPr/>
            </a:lvl5pPr>
            <a:lvl6pPr lvl="5" algn="l">
              <a:lnSpc>
                <a:spcPct val="100000"/>
              </a:lnSpc>
              <a:spcBef>
                <a:spcPts val="0"/>
              </a:spcBef>
              <a:spcAft>
                <a:spcPts val="0"/>
              </a:spcAft>
              <a:buSzPts val="2400"/>
              <a:buNone/>
              <a:defRPr/>
            </a:lvl6pPr>
            <a:lvl7pPr lvl="6" algn="l">
              <a:lnSpc>
                <a:spcPct val="100000"/>
              </a:lnSpc>
              <a:spcBef>
                <a:spcPts val="0"/>
              </a:spcBef>
              <a:spcAft>
                <a:spcPts val="0"/>
              </a:spcAft>
              <a:buSzPts val="2400"/>
              <a:buNone/>
              <a:defRPr/>
            </a:lvl7pPr>
            <a:lvl8pPr lvl="7" algn="l">
              <a:lnSpc>
                <a:spcPct val="100000"/>
              </a:lnSpc>
              <a:spcBef>
                <a:spcPts val="0"/>
              </a:spcBef>
              <a:spcAft>
                <a:spcPts val="0"/>
              </a:spcAft>
              <a:buSzPts val="2400"/>
              <a:buNone/>
              <a:defRPr/>
            </a:lvl8pPr>
            <a:lvl9pPr lvl="8" algn="l">
              <a:lnSpc>
                <a:spcPct val="100000"/>
              </a:lnSpc>
              <a:spcBef>
                <a:spcPts val="0"/>
              </a:spcBef>
              <a:spcAft>
                <a:spcPts val="0"/>
              </a:spcAft>
              <a:buSzPts val="2400"/>
              <a:buNone/>
              <a:defRPr/>
            </a:lvl9pPr>
          </a:lstStyle>
          <a:p>
            <a:endParaRPr/>
          </a:p>
        </p:txBody>
      </p:sp>
      <p:sp>
        <p:nvSpPr>
          <p:cNvPr id="11" name="Google Shape;11;p50"/>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lvl1pPr marL="457200" lvl="0" indent="-330200" algn="l">
              <a:lnSpc>
                <a:spcPct val="115000"/>
              </a:lnSpc>
              <a:spcBef>
                <a:spcPts val="0"/>
              </a:spcBef>
              <a:spcAft>
                <a:spcPts val="0"/>
              </a:spcAft>
              <a:buSzPts val="1600"/>
              <a:buChar char="•"/>
              <a:defRPr/>
            </a:lvl1pPr>
            <a:lvl2pPr marL="914400" lvl="1" indent="-330200" algn="l">
              <a:lnSpc>
                <a:spcPct val="115000"/>
              </a:lnSpc>
              <a:spcBef>
                <a:spcPts val="0"/>
              </a:spcBef>
              <a:spcAft>
                <a:spcPts val="0"/>
              </a:spcAft>
              <a:buSzPts val="1600"/>
              <a:buChar char="•"/>
              <a:defRPr/>
            </a:lvl2pPr>
            <a:lvl3pPr marL="1371600" lvl="2" indent="-330200" algn="l">
              <a:lnSpc>
                <a:spcPct val="115000"/>
              </a:lnSpc>
              <a:spcBef>
                <a:spcPts val="0"/>
              </a:spcBef>
              <a:spcAft>
                <a:spcPts val="0"/>
              </a:spcAft>
              <a:buSzPts val="1600"/>
              <a:buChar char="•"/>
              <a:defRPr/>
            </a:lvl3pPr>
            <a:lvl4pPr marL="1828800" lvl="3" indent="-330200" algn="l">
              <a:lnSpc>
                <a:spcPct val="115000"/>
              </a:lnSpc>
              <a:spcBef>
                <a:spcPts val="0"/>
              </a:spcBef>
              <a:spcAft>
                <a:spcPts val="0"/>
              </a:spcAft>
              <a:buSzPts val="1600"/>
              <a:buChar char="•"/>
              <a:defRPr/>
            </a:lvl4pPr>
            <a:lvl5pPr marL="2286000" lvl="4" indent="-330200" algn="l">
              <a:lnSpc>
                <a:spcPct val="115000"/>
              </a:lnSpc>
              <a:spcBef>
                <a:spcPts val="0"/>
              </a:spcBef>
              <a:spcAft>
                <a:spcPts val="0"/>
              </a:spcAft>
              <a:buSzPts val="1600"/>
              <a:buChar char="•"/>
              <a:defRPr/>
            </a:lvl5pPr>
            <a:lvl6pPr marL="2743200" lvl="5" indent="-330200" algn="l">
              <a:lnSpc>
                <a:spcPct val="115000"/>
              </a:lnSpc>
              <a:spcBef>
                <a:spcPts val="0"/>
              </a:spcBef>
              <a:spcAft>
                <a:spcPts val="0"/>
              </a:spcAft>
              <a:buSzPts val="1600"/>
              <a:buChar char="•"/>
              <a:defRPr/>
            </a:lvl6pPr>
            <a:lvl7pPr marL="3200400" lvl="6" indent="-330200" algn="l">
              <a:lnSpc>
                <a:spcPct val="115000"/>
              </a:lnSpc>
              <a:spcBef>
                <a:spcPts val="0"/>
              </a:spcBef>
              <a:spcAft>
                <a:spcPts val="0"/>
              </a:spcAft>
              <a:buSzPts val="1600"/>
              <a:buChar char="•"/>
              <a:defRPr/>
            </a:lvl7pPr>
            <a:lvl8pPr marL="3657600" lvl="7" indent="-330200" algn="l">
              <a:lnSpc>
                <a:spcPct val="115000"/>
              </a:lnSpc>
              <a:spcBef>
                <a:spcPts val="0"/>
              </a:spcBef>
              <a:spcAft>
                <a:spcPts val="0"/>
              </a:spcAft>
              <a:buSzPts val="1600"/>
              <a:buChar char="•"/>
              <a:defRPr/>
            </a:lvl8pPr>
            <a:lvl9pPr marL="4114800" lvl="8" indent="-330200" algn="l">
              <a:lnSpc>
                <a:spcPct val="115000"/>
              </a:lnSpc>
              <a:spcBef>
                <a:spcPts val="0"/>
              </a:spcBef>
              <a:spcAft>
                <a:spcPts val="0"/>
              </a:spcAft>
              <a:buSzPts val="1600"/>
              <a:buChar char="•"/>
              <a:defRPr/>
            </a:lvl9pPr>
          </a:lstStyle>
          <a:p>
            <a:endParaRPr/>
          </a:p>
        </p:txBody>
      </p:sp>
      <p:sp>
        <p:nvSpPr>
          <p:cNvPr id="12" name="Google Shape;12;p50"/>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1pPr>
            <a:lvl2pPr marL="0" marR="0" lvl="1"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2pPr>
            <a:lvl3pPr marL="0" marR="0" lvl="2"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3pPr>
            <a:lvl4pPr marL="0" marR="0" lvl="3"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4pPr>
            <a:lvl5pPr marL="0" marR="0" lvl="4"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5pPr>
            <a:lvl6pPr marL="0" marR="0" lvl="5"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6pPr>
            <a:lvl7pPr marL="0" marR="0" lvl="6"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7pPr>
            <a:lvl8pPr marL="0" marR="0" lvl="7"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8pPr>
            <a:lvl9pPr marL="0" marR="0" lvl="8"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EAD1DC"/>
        </a:solidFill>
        <a:effectLst/>
      </p:bgPr>
    </p:bg>
    <p:spTree>
      <p:nvGrpSpPr>
        <p:cNvPr id="1" name="Shape 13"/>
        <p:cNvGrpSpPr/>
        <p:nvPr/>
      </p:nvGrpSpPr>
      <p:grpSpPr>
        <a:xfrm>
          <a:off x="0" y="0"/>
          <a:ext cx="0" cy="0"/>
          <a:chOff x="0" y="0"/>
          <a:chExt cx="0" cy="0"/>
        </a:xfrm>
      </p:grpSpPr>
      <p:sp>
        <p:nvSpPr>
          <p:cNvPr id="14" name="Google Shape;14;p51"/>
          <p:cNvSpPr txBox="1">
            <a:spLocks noGrp="1"/>
          </p:cNvSpPr>
          <p:nvPr>
            <p:ph type="ctrTitle"/>
          </p:nvPr>
        </p:nvSpPr>
        <p:spPr>
          <a:xfrm>
            <a:off x="311708" y="744575"/>
            <a:ext cx="8520600" cy="2052600"/>
          </a:xfrm>
          <a:prstGeom prst="rect">
            <a:avLst/>
          </a:prstGeom>
          <a:noFill/>
          <a:ln>
            <a:noFill/>
          </a:ln>
        </p:spPr>
        <p:txBody>
          <a:bodyPr spcFirstLastPara="1" wrap="square" lIns="45700" tIns="45700" rIns="45700" bIns="45700"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51"/>
          <p:cNvSpPr txBox="1">
            <a:spLocks noGrp="1"/>
          </p:cNvSpPr>
          <p:nvPr>
            <p:ph type="subTitle" idx="1"/>
          </p:nvPr>
        </p:nvSpPr>
        <p:spPr>
          <a:xfrm>
            <a:off x="311700" y="2834125"/>
            <a:ext cx="8520600" cy="792600"/>
          </a:xfrm>
          <a:prstGeom prst="rect">
            <a:avLst/>
          </a:prstGeom>
          <a:noFill/>
          <a:ln>
            <a:noFill/>
          </a:ln>
        </p:spPr>
        <p:txBody>
          <a:bodyPr spcFirstLastPara="1" wrap="square" lIns="45700" tIns="45700" rIns="45700" bIns="45700" anchor="t" anchorCtr="0">
            <a:noAutofit/>
          </a:bodyPr>
          <a:lstStyle>
            <a:lvl1pPr lvl="0"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1pPr>
            <a:lvl2pPr lvl="1"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2pPr>
            <a:lvl3pPr lvl="2"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3pPr>
            <a:lvl4pPr lvl="3"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4pPr>
            <a:lvl5pPr lvl="4"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5pPr>
            <a:lvl6pPr lvl="5"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6pPr>
            <a:lvl7pPr lvl="6"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7pPr>
            <a:lvl8pPr lvl="7"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8pPr>
            <a:lvl9pPr lvl="8"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9pPr>
          </a:lstStyle>
          <a:p>
            <a:endParaRPr/>
          </a:p>
        </p:txBody>
      </p:sp>
      <p:sp>
        <p:nvSpPr>
          <p:cNvPr id="16" name="Google Shape;16;p51"/>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nformation 2">
  <p:cSld name="TITLE_AND_BODY_1_1">
    <p:spTree>
      <p:nvGrpSpPr>
        <p:cNvPr id="1" name="Shape 17"/>
        <p:cNvGrpSpPr/>
        <p:nvPr/>
      </p:nvGrpSpPr>
      <p:grpSpPr>
        <a:xfrm>
          <a:off x="0" y="0"/>
          <a:ext cx="0" cy="0"/>
          <a:chOff x="0" y="0"/>
          <a:chExt cx="0" cy="0"/>
        </a:xfrm>
      </p:grpSpPr>
      <p:sp>
        <p:nvSpPr>
          <p:cNvPr id="18" name="Google Shape;18;p52"/>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lvl1pPr lvl="0" algn="l">
              <a:lnSpc>
                <a:spcPct val="100000"/>
              </a:lnSpc>
              <a:spcBef>
                <a:spcPts val="0"/>
              </a:spcBef>
              <a:spcAft>
                <a:spcPts val="0"/>
              </a:spcAft>
              <a:buSzPts val="2400"/>
              <a:buNone/>
              <a:defRPr/>
            </a:lvl1pPr>
            <a:lvl2pPr lvl="1" algn="l">
              <a:lnSpc>
                <a:spcPct val="100000"/>
              </a:lnSpc>
              <a:spcBef>
                <a:spcPts val="0"/>
              </a:spcBef>
              <a:spcAft>
                <a:spcPts val="0"/>
              </a:spcAft>
              <a:buSzPts val="2400"/>
              <a:buNone/>
              <a:defRPr/>
            </a:lvl2pPr>
            <a:lvl3pPr lvl="2" algn="l">
              <a:lnSpc>
                <a:spcPct val="100000"/>
              </a:lnSpc>
              <a:spcBef>
                <a:spcPts val="0"/>
              </a:spcBef>
              <a:spcAft>
                <a:spcPts val="0"/>
              </a:spcAft>
              <a:buSzPts val="2400"/>
              <a:buNone/>
              <a:defRPr/>
            </a:lvl3pPr>
            <a:lvl4pPr lvl="3" algn="l">
              <a:lnSpc>
                <a:spcPct val="100000"/>
              </a:lnSpc>
              <a:spcBef>
                <a:spcPts val="0"/>
              </a:spcBef>
              <a:spcAft>
                <a:spcPts val="0"/>
              </a:spcAft>
              <a:buSzPts val="2400"/>
              <a:buNone/>
              <a:defRPr/>
            </a:lvl4pPr>
            <a:lvl5pPr lvl="4" algn="l">
              <a:lnSpc>
                <a:spcPct val="100000"/>
              </a:lnSpc>
              <a:spcBef>
                <a:spcPts val="0"/>
              </a:spcBef>
              <a:spcAft>
                <a:spcPts val="0"/>
              </a:spcAft>
              <a:buSzPts val="2400"/>
              <a:buNone/>
              <a:defRPr/>
            </a:lvl5pPr>
            <a:lvl6pPr lvl="5" algn="l">
              <a:lnSpc>
                <a:spcPct val="100000"/>
              </a:lnSpc>
              <a:spcBef>
                <a:spcPts val="0"/>
              </a:spcBef>
              <a:spcAft>
                <a:spcPts val="0"/>
              </a:spcAft>
              <a:buSzPts val="2400"/>
              <a:buNone/>
              <a:defRPr/>
            </a:lvl6pPr>
            <a:lvl7pPr lvl="6" algn="l">
              <a:lnSpc>
                <a:spcPct val="100000"/>
              </a:lnSpc>
              <a:spcBef>
                <a:spcPts val="0"/>
              </a:spcBef>
              <a:spcAft>
                <a:spcPts val="0"/>
              </a:spcAft>
              <a:buSzPts val="2400"/>
              <a:buNone/>
              <a:defRPr/>
            </a:lvl7pPr>
            <a:lvl8pPr lvl="7" algn="l">
              <a:lnSpc>
                <a:spcPct val="100000"/>
              </a:lnSpc>
              <a:spcBef>
                <a:spcPts val="0"/>
              </a:spcBef>
              <a:spcAft>
                <a:spcPts val="0"/>
              </a:spcAft>
              <a:buSzPts val="2400"/>
              <a:buNone/>
              <a:defRPr/>
            </a:lvl8pPr>
            <a:lvl9pPr lvl="8" algn="l">
              <a:lnSpc>
                <a:spcPct val="100000"/>
              </a:lnSpc>
              <a:spcBef>
                <a:spcPts val="0"/>
              </a:spcBef>
              <a:spcAft>
                <a:spcPts val="0"/>
              </a:spcAft>
              <a:buSzPts val="2400"/>
              <a:buNone/>
              <a:defRPr/>
            </a:lvl9pPr>
          </a:lstStyle>
          <a:p>
            <a:endParaRPr/>
          </a:p>
        </p:txBody>
      </p:sp>
      <p:sp>
        <p:nvSpPr>
          <p:cNvPr id="19" name="Google Shape;19;p52"/>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lvl1pPr marL="457200" lvl="0" indent="-330200" algn="l">
              <a:lnSpc>
                <a:spcPct val="115000"/>
              </a:lnSpc>
              <a:spcBef>
                <a:spcPts val="0"/>
              </a:spcBef>
              <a:spcAft>
                <a:spcPts val="0"/>
              </a:spcAft>
              <a:buSzPts val="1600"/>
              <a:buChar char="•"/>
              <a:defRPr/>
            </a:lvl1pPr>
            <a:lvl2pPr marL="914400" lvl="1" indent="-330200" algn="l">
              <a:lnSpc>
                <a:spcPct val="115000"/>
              </a:lnSpc>
              <a:spcBef>
                <a:spcPts val="0"/>
              </a:spcBef>
              <a:spcAft>
                <a:spcPts val="0"/>
              </a:spcAft>
              <a:buSzPts val="1600"/>
              <a:buChar char="•"/>
              <a:defRPr/>
            </a:lvl2pPr>
            <a:lvl3pPr marL="1371600" lvl="2" indent="-330200" algn="l">
              <a:lnSpc>
                <a:spcPct val="115000"/>
              </a:lnSpc>
              <a:spcBef>
                <a:spcPts val="0"/>
              </a:spcBef>
              <a:spcAft>
                <a:spcPts val="0"/>
              </a:spcAft>
              <a:buSzPts val="1600"/>
              <a:buChar char="•"/>
              <a:defRPr/>
            </a:lvl3pPr>
            <a:lvl4pPr marL="1828800" lvl="3" indent="-330200" algn="l">
              <a:lnSpc>
                <a:spcPct val="115000"/>
              </a:lnSpc>
              <a:spcBef>
                <a:spcPts val="0"/>
              </a:spcBef>
              <a:spcAft>
                <a:spcPts val="0"/>
              </a:spcAft>
              <a:buSzPts val="1600"/>
              <a:buChar char="•"/>
              <a:defRPr/>
            </a:lvl4pPr>
            <a:lvl5pPr marL="2286000" lvl="4" indent="-330200" algn="l">
              <a:lnSpc>
                <a:spcPct val="115000"/>
              </a:lnSpc>
              <a:spcBef>
                <a:spcPts val="0"/>
              </a:spcBef>
              <a:spcAft>
                <a:spcPts val="0"/>
              </a:spcAft>
              <a:buSzPts val="1600"/>
              <a:buChar char="•"/>
              <a:defRPr/>
            </a:lvl5pPr>
            <a:lvl6pPr marL="2743200" lvl="5" indent="-330200" algn="l">
              <a:lnSpc>
                <a:spcPct val="115000"/>
              </a:lnSpc>
              <a:spcBef>
                <a:spcPts val="0"/>
              </a:spcBef>
              <a:spcAft>
                <a:spcPts val="0"/>
              </a:spcAft>
              <a:buSzPts val="1600"/>
              <a:buChar char="•"/>
              <a:defRPr/>
            </a:lvl6pPr>
            <a:lvl7pPr marL="3200400" lvl="6" indent="-330200" algn="l">
              <a:lnSpc>
                <a:spcPct val="115000"/>
              </a:lnSpc>
              <a:spcBef>
                <a:spcPts val="0"/>
              </a:spcBef>
              <a:spcAft>
                <a:spcPts val="0"/>
              </a:spcAft>
              <a:buSzPts val="1600"/>
              <a:buChar char="•"/>
              <a:defRPr/>
            </a:lvl7pPr>
            <a:lvl8pPr marL="3657600" lvl="7" indent="-330200" algn="l">
              <a:lnSpc>
                <a:spcPct val="115000"/>
              </a:lnSpc>
              <a:spcBef>
                <a:spcPts val="0"/>
              </a:spcBef>
              <a:spcAft>
                <a:spcPts val="0"/>
              </a:spcAft>
              <a:buSzPts val="1600"/>
              <a:buChar char="•"/>
              <a:defRPr/>
            </a:lvl8pPr>
            <a:lvl9pPr marL="4114800" lvl="8" indent="-330200" algn="l">
              <a:lnSpc>
                <a:spcPct val="115000"/>
              </a:lnSpc>
              <a:spcBef>
                <a:spcPts val="0"/>
              </a:spcBef>
              <a:spcAft>
                <a:spcPts val="0"/>
              </a:spcAft>
              <a:buSzPts val="1600"/>
              <a:buChar char="•"/>
              <a:defRPr/>
            </a:lvl9pPr>
          </a:lstStyle>
          <a:p>
            <a:endParaRPr/>
          </a:p>
        </p:txBody>
      </p:sp>
      <p:sp>
        <p:nvSpPr>
          <p:cNvPr id="20" name="Google Shape;20;p52"/>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EAD1DC"/>
        </a:solidFill>
        <a:effectLst/>
      </p:bgPr>
    </p:bg>
    <p:spTree>
      <p:nvGrpSpPr>
        <p:cNvPr id="1" name="Shape 21"/>
        <p:cNvGrpSpPr/>
        <p:nvPr/>
      </p:nvGrpSpPr>
      <p:grpSpPr>
        <a:xfrm>
          <a:off x="0" y="0"/>
          <a:ext cx="0" cy="0"/>
          <a:chOff x="0" y="0"/>
          <a:chExt cx="0" cy="0"/>
        </a:xfrm>
      </p:grpSpPr>
      <p:sp>
        <p:nvSpPr>
          <p:cNvPr id="22" name="Google Shape;22;p53"/>
          <p:cNvSpPr txBox="1">
            <a:spLocks noGrp="1"/>
          </p:cNvSpPr>
          <p:nvPr>
            <p:ph type="title"/>
          </p:nvPr>
        </p:nvSpPr>
        <p:spPr>
          <a:xfrm>
            <a:off x="311700" y="2150850"/>
            <a:ext cx="8520600" cy="841800"/>
          </a:xfrm>
          <a:prstGeom prst="rect">
            <a:avLst/>
          </a:prstGeom>
          <a:noFill/>
          <a:ln>
            <a:noFill/>
          </a:ln>
        </p:spPr>
        <p:txBody>
          <a:bodyPr spcFirstLastPara="1" wrap="square" lIns="45700" tIns="45700" rIns="45700" bIns="45700" anchor="ctr" anchorCtr="0">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3" name="Google Shape;23;p53"/>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Worksheet Question" type="tx">
  <p:cSld name="TITLE_AND_BODY">
    <p:spTree>
      <p:nvGrpSpPr>
        <p:cNvPr id="1" name="Shape 24"/>
        <p:cNvGrpSpPr/>
        <p:nvPr/>
      </p:nvGrpSpPr>
      <p:grpSpPr>
        <a:xfrm>
          <a:off x="0" y="0"/>
          <a:ext cx="0" cy="0"/>
          <a:chOff x="0" y="0"/>
          <a:chExt cx="0" cy="0"/>
        </a:xfrm>
      </p:grpSpPr>
      <p:sp>
        <p:nvSpPr>
          <p:cNvPr id="25" name="Google Shape;25;p54"/>
          <p:cNvSpPr txBox="1">
            <a:spLocks noGrp="1"/>
          </p:cNvSpPr>
          <p:nvPr>
            <p:ph type="title"/>
          </p:nvPr>
        </p:nvSpPr>
        <p:spPr>
          <a:xfrm rot="-5400000">
            <a:off x="6675150" y="2679222"/>
            <a:ext cx="4114800" cy="365700"/>
          </a:xfrm>
          <a:prstGeom prst="rect">
            <a:avLst/>
          </a:prstGeom>
          <a:noFill/>
          <a:ln>
            <a:noFill/>
          </a:ln>
        </p:spPr>
        <p:txBody>
          <a:bodyPr spcFirstLastPara="1" wrap="square" lIns="45700" tIns="45700" rIns="45700" bIns="45700" anchor="ctr" anchorCtr="0">
            <a:noAutofit/>
          </a:bodyPr>
          <a:lstStyle>
            <a:lvl1pPr lvl="0" algn="l">
              <a:lnSpc>
                <a:spcPct val="100000"/>
              </a:lnSpc>
              <a:spcBef>
                <a:spcPts val="0"/>
              </a:spcBef>
              <a:spcAft>
                <a:spcPts val="0"/>
              </a:spcAft>
              <a:buSzPts val="2400"/>
              <a:buNone/>
              <a:defRPr/>
            </a:lvl1pPr>
            <a:lvl2pPr lvl="1" algn="l">
              <a:lnSpc>
                <a:spcPct val="100000"/>
              </a:lnSpc>
              <a:spcBef>
                <a:spcPts val="0"/>
              </a:spcBef>
              <a:spcAft>
                <a:spcPts val="0"/>
              </a:spcAft>
              <a:buSzPts val="2400"/>
              <a:buNone/>
              <a:defRPr/>
            </a:lvl2pPr>
            <a:lvl3pPr lvl="2" algn="l">
              <a:lnSpc>
                <a:spcPct val="100000"/>
              </a:lnSpc>
              <a:spcBef>
                <a:spcPts val="0"/>
              </a:spcBef>
              <a:spcAft>
                <a:spcPts val="0"/>
              </a:spcAft>
              <a:buSzPts val="2400"/>
              <a:buNone/>
              <a:defRPr/>
            </a:lvl3pPr>
            <a:lvl4pPr lvl="3" algn="l">
              <a:lnSpc>
                <a:spcPct val="100000"/>
              </a:lnSpc>
              <a:spcBef>
                <a:spcPts val="0"/>
              </a:spcBef>
              <a:spcAft>
                <a:spcPts val="0"/>
              </a:spcAft>
              <a:buSzPts val="2400"/>
              <a:buNone/>
              <a:defRPr/>
            </a:lvl4pPr>
            <a:lvl5pPr lvl="4" algn="l">
              <a:lnSpc>
                <a:spcPct val="100000"/>
              </a:lnSpc>
              <a:spcBef>
                <a:spcPts val="0"/>
              </a:spcBef>
              <a:spcAft>
                <a:spcPts val="0"/>
              </a:spcAft>
              <a:buSzPts val="2400"/>
              <a:buNone/>
              <a:defRPr/>
            </a:lvl5pPr>
            <a:lvl6pPr lvl="5" algn="l">
              <a:lnSpc>
                <a:spcPct val="100000"/>
              </a:lnSpc>
              <a:spcBef>
                <a:spcPts val="0"/>
              </a:spcBef>
              <a:spcAft>
                <a:spcPts val="0"/>
              </a:spcAft>
              <a:buSzPts val="2400"/>
              <a:buNone/>
              <a:defRPr/>
            </a:lvl6pPr>
            <a:lvl7pPr lvl="6" algn="l">
              <a:lnSpc>
                <a:spcPct val="100000"/>
              </a:lnSpc>
              <a:spcBef>
                <a:spcPts val="0"/>
              </a:spcBef>
              <a:spcAft>
                <a:spcPts val="0"/>
              </a:spcAft>
              <a:buSzPts val="2400"/>
              <a:buNone/>
              <a:defRPr/>
            </a:lvl7pPr>
            <a:lvl8pPr lvl="7" algn="l">
              <a:lnSpc>
                <a:spcPct val="100000"/>
              </a:lnSpc>
              <a:spcBef>
                <a:spcPts val="0"/>
              </a:spcBef>
              <a:spcAft>
                <a:spcPts val="0"/>
              </a:spcAft>
              <a:buSzPts val="2400"/>
              <a:buNone/>
              <a:defRPr/>
            </a:lvl8pPr>
            <a:lvl9pPr lvl="8" algn="l">
              <a:lnSpc>
                <a:spcPct val="100000"/>
              </a:lnSpc>
              <a:spcBef>
                <a:spcPts val="0"/>
              </a:spcBef>
              <a:spcAft>
                <a:spcPts val="0"/>
              </a:spcAft>
              <a:buSzPts val="2400"/>
              <a:buNone/>
              <a:defRPr/>
            </a:lvl9pPr>
          </a:lstStyle>
          <a:p>
            <a:endParaRPr/>
          </a:p>
        </p:txBody>
      </p:sp>
      <p:sp>
        <p:nvSpPr>
          <p:cNvPr id="26" name="Google Shape;26;p54"/>
          <p:cNvSpPr txBox="1">
            <a:spLocks noGrp="1"/>
          </p:cNvSpPr>
          <p:nvPr>
            <p:ph type="body" idx="1"/>
          </p:nvPr>
        </p:nvSpPr>
        <p:spPr>
          <a:xfrm>
            <a:off x="228600" y="228600"/>
            <a:ext cx="8001000" cy="4690800"/>
          </a:xfrm>
          <a:prstGeom prst="rect">
            <a:avLst/>
          </a:prstGeom>
          <a:noFill/>
          <a:ln>
            <a:noFill/>
          </a:ln>
        </p:spPr>
        <p:txBody>
          <a:bodyPr spcFirstLastPara="1" wrap="square" lIns="45700" tIns="45700" rIns="45700" bIns="45700" anchor="t" anchorCtr="0">
            <a:noAutofit/>
          </a:bodyPr>
          <a:lstStyle>
            <a:lvl1pPr marL="457200" lvl="0" indent="-330200" algn="l">
              <a:lnSpc>
                <a:spcPct val="115000"/>
              </a:lnSpc>
              <a:spcBef>
                <a:spcPts val="0"/>
              </a:spcBef>
              <a:spcAft>
                <a:spcPts val="0"/>
              </a:spcAft>
              <a:buSzPts val="1600"/>
              <a:buChar char="•"/>
              <a:defRPr/>
            </a:lvl1pPr>
            <a:lvl2pPr marL="914400" lvl="1" indent="-330200" algn="l">
              <a:lnSpc>
                <a:spcPct val="115000"/>
              </a:lnSpc>
              <a:spcBef>
                <a:spcPts val="0"/>
              </a:spcBef>
              <a:spcAft>
                <a:spcPts val="0"/>
              </a:spcAft>
              <a:buSzPts val="1600"/>
              <a:buChar char="•"/>
              <a:defRPr/>
            </a:lvl2pPr>
            <a:lvl3pPr marL="1371600" lvl="2" indent="-330200" algn="l">
              <a:lnSpc>
                <a:spcPct val="115000"/>
              </a:lnSpc>
              <a:spcBef>
                <a:spcPts val="0"/>
              </a:spcBef>
              <a:spcAft>
                <a:spcPts val="0"/>
              </a:spcAft>
              <a:buSzPts val="1600"/>
              <a:buChar char="•"/>
              <a:defRPr/>
            </a:lvl3pPr>
            <a:lvl4pPr marL="1828800" lvl="3" indent="-330200" algn="l">
              <a:lnSpc>
                <a:spcPct val="115000"/>
              </a:lnSpc>
              <a:spcBef>
                <a:spcPts val="0"/>
              </a:spcBef>
              <a:spcAft>
                <a:spcPts val="0"/>
              </a:spcAft>
              <a:buSzPts val="1600"/>
              <a:buChar char="•"/>
              <a:defRPr/>
            </a:lvl4pPr>
            <a:lvl5pPr marL="2286000" lvl="4" indent="-330200" algn="l">
              <a:lnSpc>
                <a:spcPct val="115000"/>
              </a:lnSpc>
              <a:spcBef>
                <a:spcPts val="0"/>
              </a:spcBef>
              <a:spcAft>
                <a:spcPts val="0"/>
              </a:spcAft>
              <a:buSzPts val="1600"/>
              <a:buChar char="•"/>
              <a:defRPr/>
            </a:lvl5pPr>
            <a:lvl6pPr marL="2743200" lvl="5" indent="-330200" algn="l">
              <a:lnSpc>
                <a:spcPct val="115000"/>
              </a:lnSpc>
              <a:spcBef>
                <a:spcPts val="0"/>
              </a:spcBef>
              <a:spcAft>
                <a:spcPts val="0"/>
              </a:spcAft>
              <a:buSzPts val="1600"/>
              <a:buChar char="•"/>
              <a:defRPr/>
            </a:lvl6pPr>
            <a:lvl7pPr marL="3200400" lvl="6" indent="-330200" algn="l">
              <a:lnSpc>
                <a:spcPct val="115000"/>
              </a:lnSpc>
              <a:spcBef>
                <a:spcPts val="0"/>
              </a:spcBef>
              <a:spcAft>
                <a:spcPts val="0"/>
              </a:spcAft>
              <a:buSzPts val="1600"/>
              <a:buChar char="•"/>
              <a:defRPr/>
            </a:lvl7pPr>
            <a:lvl8pPr marL="3657600" lvl="7" indent="-330200" algn="l">
              <a:lnSpc>
                <a:spcPct val="115000"/>
              </a:lnSpc>
              <a:spcBef>
                <a:spcPts val="0"/>
              </a:spcBef>
              <a:spcAft>
                <a:spcPts val="0"/>
              </a:spcAft>
              <a:buSzPts val="1600"/>
              <a:buChar char="•"/>
              <a:defRPr/>
            </a:lvl8pPr>
            <a:lvl9pPr marL="4114800" lvl="8" indent="-330200" algn="l">
              <a:lnSpc>
                <a:spcPct val="115000"/>
              </a:lnSpc>
              <a:spcBef>
                <a:spcPts val="0"/>
              </a:spcBef>
              <a:spcAft>
                <a:spcPts val="0"/>
              </a:spcAft>
              <a:buSzPts val="1600"/>
              <a:buChar char="•"/>
              <a:defRPr/>
            </a:lvl9pPr>
          </a:lstStyle>
          <a:p>
            <a:endParaRPr/>
          </a:p>
        </p:txBody>
      </p:sp>
      <p:sp>
        <p:nvSpPr>
          <p:cNvPr id="27" name="Google Shape;27;p54"/>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1pPr>
            <a:lvl2pPr marL="0" marR="0" lvl="1"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2pPr>
            <a:lvl3pPr marL="0" marR="0" lvl="2"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3pPr>
            <a:lvl4pPr marL="0" marR="0" lvl="3"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4pPr>
            <a:lvl5pPr marL="0" marR="0" lvl="4"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5pPr>
            <a:lvl6pPr marL="0" marR="0" lvl="5"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6pPr>
            <a:lvl7pPr marL="0" marR="0" lvl="6"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7pPr>
            <a:lvl8pPr marL="0" marR="0" lvl="7"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8pPr>
            <a:lvl9pPr marL="0" marR="0" lvl="8" indent="0" algn="r">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ide Style">
  <p:cSld name="TITLE_AND_BODY_2">
    <p:spTree>
      <p:nvGrpSpPr>
        <p:cNvPr id="1" name="Shape 28"/>
        <p:cNvGrpSpPr/>
        <p:nvPr/>
      </p:nvGrpSpPr>
      <p:grpSpPr>
        <a:xfrm>
          <a:off x="0" y="0"/>
          <a:ext cx="0" cy="0"/>
          <a:chOff x="0" y="0"/>
          <a:chExt cx="0" cy="0"/>
        </a:xfrm>
      </p:grpSpPr>
      <p:sp>
        <p:nvSpPr>
          <p:cNvPr id="29" name="Google Shape;29;p55"/>
          <p:cNvSpPr txBox="1">
            <a:spLocks noGrp="1"/>
          </p:cNvSpPr>
          <p:nvPr>
            <p:ph type="title"/>
          </p:nvPr>
        </p:nvSpPr>
        <p:spPr>
          <a:xfrm rot="-5400000">
            <a:off x="6675150" y="2679222"/>
            <a:ext cx="4114800" cy="365700"/>
          </a:xfrm>
          <a:prstGeom prst="rect">
            <a:avLst/>
          </a:prstGeom>
          <a:noFill/>
          <a:ln>
            <a:noFill/>
          </a:ln>
        </p:spPr>
        <p:txBody>
          <a:bodyPr spcFirstLastPara="1" wrap="square" lIns="45700" tIns="45700" rIns="45700" bIns="45700" anchor="ctr" anchorCtr="0">
            <a:noAutofit/>
          </a:bodyPr>
          <a:lstStyle>
            <a:lvl1pPr lvl="0" algn="l">
              <a:lnSpc>
                <a:spcPct val="100000"/>
              </a:lnSpc>
              <a:spcBef>
                <a:spcPts val="0"/>
              </a:spcBef>
              <a:spcAft>
                <a:spcPts val="0"/>
              </a:spcAft>
              <a:buSzPts val="2400"/>
              <a:buNone/>
              <a:defRPr/>
            </a:lvl1pPr>
            <a:lvl2pPr lvl="1" algn="l">
              <a:lnSpc>
                <a:spcPct val="100000"/>
              </a:lnSpc>
              <a:spcBef>
                <a:spcPts val="0"/>
              </a:spcBef>
              <a:spcAft>
                <a:spcPts val="0"/>
              </a:spcAft>
              <a:buSzPts val="2400"/>
              <a:buNone/>
              <a:defRPr/>
            </a:lvl2pPr>
            <a:lvl3pPr lvl="2" algn="l">
              <a:lnSpc>
                <a:spcPct val="100000"/>
              </a:lnSpc>
              <a:spcBef>
                <a:spcPts val="0"/>
              </a:spcBef>
              <a:spcAft>
                <a:spcPts val="0"/>
              </a:spcAft>
              <a:buSzPts val="2400"/>
              <a:buNone/>
              <a:defRPr/>
            </a:lvl3pPr>
            <a:lvl4pPr lvl="3" algn="l">
              <a:lnSpc>
                <a:spcPct val="100000"/>
              </a:lnSpc>
              <a:spcBef>
                <a:spcPts val="0"/>
              </a:spcBef>
              <a:spcAft>
                <a:spcPts val="0"/>
              </a:spcAft>
              <a:buSzPts val="2400"/>
              <a:buNone/>
              <a:defRPr/>
            </a:lvl4pPr>
            <a:lvl5pPr lvl="4" algn="l">
              <a:lnSpc>
                <a:spcPct val="100000"/>
              </a:lnSpc>
              <a:spcBef>
                <a:spcPts val="0"/>
              </a:spcBef>
              <a:spcAft>
                <a:spcPts val="0"/>
              </a:spcAft>
              <a:buSzPts val="2400"/>
              <a:buNone/>
              <a:defRPr/>
            </a:lvl5pPr>
            <a:lvl6pPr lvl="5" algn="l">
              <a:lnSpc>
                <a:spcPct val="100000"/>
              </a:lnSpc>
              <a:spcBef>
                <a:spcPts val="0"/>
              </a:spcBef>
              <a:spcAft>
                <a:spcPts val="0"/>
              </a:spcAft>
              <a:buSzPts val="2400"/>
              <a:buNone/>
              <a:defRPr/>
            </a:lvl6pPr>
            <a:lvl7pPr lvl="6" algn="l">
              <a:lnSpc>
                <a:spcPct val="100000"/>
              </a:lnSpc>
              <a:spcBef>
                <a:spcPts val="0"/>
              </a:spcBef>
              <a:spcAft>
                <a:spcPts val="0"/>
              </a:spcAft>
              <a:buSzPts val="2400"/>
              <a:buNone/>
              <a:defRPr/>
            </a:lvl7pPr>
            <a:lvl8pPr lvl="7" algn="l">
              <a:lnSpc>
                <a:spcPct val="100000"/>
              </a:lnSpc>
              <a:spcBef>
                <a:spcPts val="0"/>
              </a:spcBef>
              <a:spcAft>
                <a:spcPts val="0"/>
              </a:spcAft>
              <a:buSzPts val="2400"/>
              <a:buNone/>
              <a:defRPr/>
            </a:lvl8pPr>
            <a:lvl9pPr lvl="8" algn="l">
              <a:lnSpc>
                <a:spcPct val="100000"/>
              </a:lnSpc>
              <a:spcBef>
                <a:spcPts val="0"/>
              </a:spcBef>
              <a:spcAft>
                <a:spcPts val="0"/>
              </a:spcAft>
              <a:buSzPts val="2400"/>
              <a:buNone/>
              <a:defRPr/>
            </a:lvl9pPr>
          </a:lstStyle>
          <a:p>
            <a:endParaRPr/>
          </a:p>
        </p:txBody>
      </p:sp>
      <p:sp>
        <p:nvSpPr>
          <p:cNvPr id="30" name="Google Shape;30;p55"/>
          <p:cNvSpPr txBox="1">
            <a:spLocks noGrp="1"/>
          </p:cNvSpPr>
          <p:nvPr>
            <p:ph type="body" idx="1"/>
          </p:nvPr>
        </p:nvSpPr>
        <p:spPr>
          <a:xfrm>
            <a:off x="228600" y="228600"/>
            <a:ext cx="8001000" cy="4690800"/>
          </a:xfrm>
          <a:prstGeom prst="rect">
            <a:avLst/>
          </a:prstGeom>
          <a:noFill/>
          <a:ln>
            <a:noFill/>
          </a:ln>
        </p:spPr>
        <p:txBody>
          <a:bodyPr spcFirstLastPara="1" wrap="square" lIns="45700" tIns="45700" rIns="45700" bIns="45700" anchor="t" anchorCtr="0">
            <a:noAutofit/>
          </a:bodyPr>
          <a:lstStyle>
            <a:lvl1pPr marL="457200" lvl="0" indent="-330200" algn="l">
              <a:lnSpc>
                <a:spcPct val="115000"/>
              </a:lnSpc>
              <a:spcBef>
                <a:spcPts val="0"/>
              </a:spcBef>
              <a:spcAft>
                <a:spcPts val="0"/>
              </a:spcAft>
              <a:buSzPts val="1600"/>
              <a:buChar char="•"/>
              <a:defRPr/>
            </a:lvl1pPr>
            <a:lvl2pPr marL="914400" lvl="1" indent="-330200" algn="l">
              <a:lnSpc>
                <a:spcPct val="115000"/>
              </a:lnSpc>
              <a:spcBef>
                <a:spcPts val="0"/>
              </a:spcBef>
              <a:spcAft>
                <a:spcPts val="0"/>
              </a:spcAft>
              <a:buSzPts val="1600"/>
              <a:buChar char="•"/>
              <a:defRPr/>
            </a:lvl2pPr>
            <a:lvl3pPr marL="1371600" lvl="2" indent="-330200" algn="l">
              <a:lnSpc>
                <a:spcPct val="115000"/>
              </a:lnSpc>
              <a:spcBef>
                <a:spcPts val="0"/>
              </a:spcBef>
              <a:spcAft>
                <a:spcPts val="0"/>
              </a:spcAft>
              <a:buSzPts val="1600"/>
              <a:buChar char="•"/>
              <a:defRPr/>
            </a:lvl3pPr>
            <a:lvl4pPr marL="1828800" lvl="3" indent="-330200" algn="l">
              <a:lnSpc>
                <a:spcPct val="115000"/>
              </a:lnSpc>
              <a:spcBef>
                <a:spcPts val="0"/>
              </a:spcBef>
              <a:spcAft>
                <a:spcPts val="0"/>
              </a:spcAft>
              <a:buSzPts val="1600"/>
              <a:buChar char="•"/>
              <a:defRPr/>
            </a:lvl4pPr>
            <a:lvl5pPr marL="2286000" lvl="4" indent="-330200" algn="l">
              <a:lnSpc>
                <a:spcPct val="115000"/>
              </a:lnSpc>
              <a:spcBef>
                <a:spcPts val="0"/>
              </a:spcBef>
              <a:spcAft>
                <a:spcPts val="0"/>
              </a:spcAft>
              <a:buSzPts val="1600"/>
              <a:buChar char="•"/>
              <a:defRPr/>
            </a:lvl5pPr>
            <a:lvl6pPr marL="2743200" lvl="5" indent="-330200" algn="l">
              <a:lnSpc>
                <a:spcPct val="115000"/>
              </a:lnSpc>
              <a:spcBef>
                <a:spcPts val="0"/>
              </a:spcBef>
              <a:spcAft>
                <a:spcPts val="0"/>
              </a:spcAft>
              <a:buSzPts val="1600"/>
              <a:buChar char="•"/>
              <a:defRPr/>
            </a:lvl6pPr>
            <a:lvl7pPr marL="3200400" lvl="6" indent="-330200" algn="l">
              <a:lnSpc>
                <a:spcPct val="115000"/>
              </a:lnSpc>
              <a:spcBef>
                <a:spcPts val="0"/>
              </a:spcBef>
              <a:spcAft>
                <a:spcPts val="0"/>
              </a:spcAft>
              <a:buSzPts val="1600"/>
              <a:buChar char="•"/>
              <a:defRPr/>
            </a:lvl7pPr>
            <a:lvl8pPr marL="3657600" lvl="7" indent="-330200" algn="l">
              <a:lnSpc>
                <a:spcPct val="115000"/>
              </a:lnSpc>
              <a:spcBef>
                <a:spcPts val="0"/>
              </a:spcBef>
              <a:spcAft>
                <a:spcPts val="0"/>
              </a:spcAft>
              <a:buSzPts val="1600"/>
              <a:buChar char="•"/>
              <a:defRPr/>
            </a:lvl8pPr>
            <a:lvl9pPr marL="4114800" lvl="8" indent="-330200" algn="l">
              <a:lnSpc>
                <a:spcPct val="115000"/>
              </a:lnSpc>
              <a:spcBef>
                <a:spcPts val="0"/>
              </a:spcBef>
              <a:spcAft>
                <a:spcPts val="0"/>
              </a:spcAft>
              <a:buSzPts val="1600"/>
              <a:buChar char="•"/>
              <a:defRPr/>
            </a:lvl9pPr>
          </a:lstStyle>
          <a:p>
            <a:endParaRPr/>
          </a:p>
        </p:txBody>
      </p:sp>
      <p:sp>
        <p:nvSpPr>
          <p:cNvPr id="31" name="Google Shape;31;p55"/>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ide Style; Previously">
  <p:cSld name="TITLE_AND_BODY_2_1">
    <p:spTree>
      <p:nvGrpSpPr>
        <p:cNvPr id="1" name="Shape 32"/>
        <p:cNvGrpSpPr/>
        <p:nvPr/>
      </p:nvGrpSpPr>
      <p:grpSpPr>
        <a:xfrm>
          <a:off x="0" y="0"/>
          <a:ext cx="0" cy="0"/>
          <a:chOff x="0" y="0"/>
          <a:chExt cx="0" cy="0"/>
        </a:xfrm>
      </p:grpSpPr>
      <p:sp>
        <p:nvSpPr>
          <p:cNvPr id="33" name="Google Shape;33;p56"/>
          <p:cNvSpPr txBox="1">
            <a:spLocks noGrp="1"/>
          </p:cNvSpPr>
          <p:nvPr>
            <p:ph type="title"/>
          </p:nvPr>
        </p:nvSpPr>
        <p:spPr>
          <a:xfrm rot="-5400000">
            <a:off x="6675150" y="2679222"/>
            <a:ext cx="4114800" cy="365700"/>
          </a:xfrm>
          <a:prstGeom prst="rect">
            <a:avLst/>
          </a:prstGeom>
          <a:noFill/>
          <a:ln>
            <a:noFill/>
          </a:ln>
        </p:spPr>
        <p:txBody>
          <a:bodyPr spcFirstLastPara="1" wrap="square" lIns="45700" tIns="45700" rIns="45700" bIns="45700" anchor="ctr" anchorCtr="0">
            <a:noAutofit/>
          </a:bodyPr>
          <a:lstStyle>
            <a:lvl1pPr lvl="0" algn="l">
              <a:lnSpc>
                <a:spcPct val="100000"/>
              </a:lnSpc>
              <a:spcBef>
                <a:spcPts val="0"/>
              </a:spcBef>
              <a:spcAft>
                <a:spcPts val="0"/>
              </a:spcAft>
              <a:buSzPts val="2400"/>
              <a:buNone/>
              <a:defRPr/>
            </a:lvl1pPr>
            <a:lvl2pPr lvl="1" algn="l">
              <a:lnSpc>
                <a:spcPct val="100000"/>
              </a:lnSpc>
              <a:spcBef>
                <a:spcPts val="0"/>
              </a:spcBef>
              <a:spcAft>
                <a:spcPts val="0"/>
              </a:spcAft>
              <a:buSzPts val="2400"/>
              <a:buNone/>
              <a:defRPr/>
            </a:lvl2pPr>
            <a:lvl3pPr lvl="2" algn="l">
              <a:lnSpc>
                <a:spcPct val="100000"/>
              </a:lnSpc>
              <a:spcBef>
                <a:spcPts val="0"/>
              </a:spcBef>
              <a:spcAft>
                <a:spcPts val="0"/>
              </a:spcAft>
              <a:buSzPts val="2400"/>
              <a:buNone/>
              <a:defRPr/>
            </a:lvl3pPr>
            <a:lvl4pPr lvl="3" algn="l">
              <a:lnSpc>
                <a:spcPct val="100000"/>
              </a:lnSpc>
              <a:spcBef>
                <a:spcPts val="0"/>
              </a:spcBef>
              <a:spcAft>
                <a:spcPts val="0"/>
              </a:spcAft>
              <a:buSzPts val="2400"/>
              <a:buNone/>
              <a:defRPr/>
            </a:lvl4pPr>
            <a:lvl5pPr lvl="4" algn="l">
              <a:lnSpc>
                <a:spcPct val="100000"/>
              </a:lnSpc>
              <a:spcBef>
                <a:spcPts val="0"/>
              </a:spcBef>
              <a:spcAft>
                <a:spcPts val="0"/>
              </a:spcAft>
              <a:buSzPts val="2400"/>
              <a:buNone/>
              <a:defRPr/>
            </a:lvl5pPr>
            <a:lvl6pPr lvl="5" algn="l">
              <a:lnSpc>
                <a:spcPct val="100000"/>
              </a:lnSpc>
              <a:spcBef>
                <a:spcPts val="0"/>
              </a:spcBef>
              <a:spcAft>
                <a:spcPts val="0"/>
              </a:spcAft>
              <a:buSzPts val="2400"/>
              <a:buNone/>
              <a:defRPr/>
            </a:lvl6pPr>
            <a:lvl7pPr lvl="6" algn="l">
              <a:lnSpc>
                <a:spcPct val="100000"/>
              </a:lnSpc>
              <a:spcBef>
                <a:spcPts val="0"/>
              </a:spcBef>
              <a:spcAft>
                <a:spcPts val="0"/>
              </a:spcAft>
              <a:buSzPts val="2400"/>
              <a:buNone/>
              <a:defRPr/>
            </a:lvl7pPr>
            <a:lvl8pPr lvl="7" algn="l">
              <a:lnSpc>
                <a:spcPct val="100000"/>
              </a:lnSpc>
              <a:spcBef>
                <a:spcPts val="0"/>
              </a:spcBef>
              <a:spcAft>
                <a:spcPts val="0"/>
              </a:spcAft>
              <a:buSzPts val="2400"/>
              <a:buNone/>
              <a:defRPr/>
            </a:lvl8pPr>
            <a:lvl9pPr lvl="8" algn="l">
              <a:lnSpc>
                <a:spcPct val="100000"/>
              </a:lnSpc>
              <a:spcBef>
                <a:spcPts val="0"/>
              </a:spcBef>
              <a:spcAft>
                <a:spcPts val="0"/>
              </a:spcAft>
              <a:buSzPts val="2400"/>
              <a:buNone/>
              <a:defRPr/>
            </a:lvl9pPr>
          </a:lstStyle>
          <a:p>
            <a:endParaRPr/>
          </a:p>
        </p:txBody>
      </p:sp>
      <p:sp>
        <p:nvSpPr>
          <p:cNvPr id="34" name="Google Shape;34;p56"/>
          <p:cNvSpPr txBox="1">
            <a:spLocks noGrp="1"/>
          </p:cNvSpPr>
          <p:nvPr>
            <p:ph type="body" idx="1"/>
          </p:nvPr>
        </p:nvSpPr>
        <p:spPr>
          <a:xfrm>
            <a:off x="228600" y="228600"/>
            <a:ext cx="8001000" cy="4690800"/>
          </a:xfrm>
          <a:prstGeom prst="rect">
            <a:avLst/>
          </a:prstGeom>
          <a:noFill/>
          <a:ln>
            <a:noFill/>
          </a:ln>
        </p:spPr>
        <p:txBody>
          <a:bodyPr spcFirstLastPara="1" wrap="square" lIns="45700" tIns="45700" rIns="45700" bIns="45700" anchor="t" anchorCtr="0">
            <a:noAutofit/>
          </a:bodyPr>
          <a:lstStyle>
            <a:lvl1pPr marL="457200" lvl="0" indent="-330200" algn="l">
              <a:lnSpc>
                <a:spcPct val="115000"/>
              </a:lnSpc>
              <a:spcBef>
                <a:spcPts val="0"/>
              </a:spcBef>
              <a:spcAft>
                <a:spcPts val="0"/>
              </a:spcAft>
              <a:buSzPts val="1600"/>
              <a:buChar char="•"/>
              <a:defRPr/>
            </a:lvl1pPr>
            <a:lvl2pPr marL="914400" lvl="1" indent="-330200" algn="l">
              <a:lnSpc>
                <a:spcPct val="115000"/>
              </a:lnSpc>
              <a:spcBef>
                <a:spcPts val="0"/>
              </a:spcBef>
              <a:spcAft>
                <a:spcPts val="0"/>
              </a:spcAft>
              <a:buSzPts val="1600"/>
              <a:buChar char="•"/>
              <a:defRPr/>
            </a:lvl2pPr>
            <a:lvl3pPr marL="1371600" lvl="2" indent="-330200" algn="l">
              <a:lnSpc>
                <a:spcPct val="115000"/>
              </a:lnSpc>
              <a:spcBef>
                <a:spcPts val="0"/>
              </a:spcBef>
              <a:spcAft>
                <a:spcPts val="0"/>
              </a:spcAft>
              <a:buSzPts val="1600"/>
              <a:buChar char="•"/>
              <a:defRPr/>
            </a:lvl3pPr>
            <a:lvl4pPr marL="1828800" lvl="3" indent="-330200" algn="l">
              <a:lnSpc>
                <a:spcPct val="115000"/>
              </a:lnSpc>
              <a:spcBef>
                <a:spcPts val="0"/>
              </a:spcBef>
              <a:spcAft>
                <a:spcPts val="0"/>
              </a:spcAft>
              <a:buSzPts val="1600"/>
              <a:buChar char="•"/>
              <a:defRPr/>
            </a:lvl4pPr>
            <a:lvl5pPr marL="2286000" lvl="4" indent="-330200" algn="l">
              <a:lnSpc>
                <a:spcPct val="115000"/>
              </a:lnSpc>
              <a:spcBef>
                <a:spcPts val="0"/>
              </a:spcBef>
              <a:spcAft>
                <a:spcPts val="0"/>
              </a:spcAft>
              <a:buSzPts val="1600"/>
              <a:buChar char="•"/>
              <a:defRPr/>
            </a:lvl5pPr>
            <a:lvl6pPr marL="2743200" lvl="5" indent="-330200" algn="l">
              <a:lnSpc>
                <a:spcPct val="115000"/>
              </a:lnSpc>
              <a:spcBef>
                <a:spcPts val="0"/>
              </a:spcBef>
              <a:spcAft>
                <a:spcPts val="0"/>
              </a:spcAft>
              <a:buSzPts val="1600"/>
              <a:buChar char="•"/>
              <a:defRPr/>
            </a:lvl6pPr>
            <a:lvl7pPr marL="3200400" lvl="6" indent="-330200" algn="l">
              <a:lnSpc>
                <a:spcPct val="115000"/>
              </a:lnSpc>
              <a:spcBef>
                <a:spcPts val="0"/>
              </a:spcBef>
              <a:spcAft>
                <a:spcPts val="0"/>
              </a:spcAft>
              <a:buSzPts val="1600"/>
              <a:buChar char="•"/>
              <a:defRPr/>
            </a:lvl7pPr>
            <a:lvl8pPr marL="3657600" lvl="7" indent="-330200" algn="l">
              <a:lnSpc>
                <a:spcPct val="115000"/>
              </a:lnSpc>
              <a:spcBef>
                <a:spcPts val="0"/>
              </a:spcBef>
              <a:spcAft>
                <a:spcPts val="0"/>
              </a:spcAft>
              <a:buSzPts val="1600"/>
              <a:buChar char="•"/>
              <a:defRPr/>
            </a:lvl8pPr>
            <a:lvl9pPr marL="4114800" lvl="8" indent="-330200" algn="l">
              <a:lnSpc>
                <a:spcPct val="115000"/>
              </a:lnSpc>
              <a:spcBef>
                <a:spcPts val="0"/>
              </a:spcBef>
              <a:spcAft>
                <a:spcPts val="0"/>
              </a:spcAft>
              <a:buSzPts val="1600"/>
              <a:buChar char="•"/>
              <a:defRPr/>
            </a:lvl9pPr>
          </a:lstStyle>
          <a:p>
            <a:endParaRPr/>
          </a:p>
        </p:txBody>
      </p:sp>
      <p:sp>
        <p:nvSpPr>
          <p:cNvPr id="35" name="Google Shape;35;p56"/>
          <p:cNvSpPr txBox="1"/>
          <p:nvPr/>
        </p:nvSpPr>
        <p:spPr>
          <a:xfrm>
            <a:off x="7364400" y="146175"/>
            <a:ext cx="1551000" cy="318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800" b="1" i="1" u="none" strike="noStrike" cap="none">
                <a:solidFill>
                  <a:srgbClr val="FF00FF"/>
                </a:solidFill>
                <a:latin typeface="Open Sans"/>
                <a:ea typeface="Open Sans"/>
                <a:cs typeface="Open Sans"/>
                <a:sym typeface="Open Sans"/>
              </a:rPr>
              <a:t>Previously…</a:t>
            </a:r>
            <a:endParaRPr sz="1800" b="1" i="1" u="none" strike="noStrike" cap="none">
              <a:solidFill>
                <a:srgbClr val="FF00FF"/>
              </a:solidFill>
              <a:latin typeface="Open Sans"/>
              <a:ea typeface="Open Sans"/>
              <a:cs typeface="Open Sans"/>
              <a:sym typeface="Open Sans"/>
            </a:endParaRPr>
          </a:p>
        </p:txBody>
      </p:sp>
      <p:sp>
        <p:nvSpPr>
          <p:cNvPr id="36" name="Google Shape;36;p56"/>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EAD1DC"/>
        </a:solidFill>
        <a:effectLst/>
      </p:bgPr>
    </p:bg>
    <p:spTree>
      <p:nvGrpSpPr>
        <p:cNvPr id="1" name="Shape 37"/>
        <p:cNvGrpSpPr/>
        <p:nvPr/>
      </p:nvGrpSpPr>
      <p:grpSpPr>
        <a:xfrm>
          <a:off x="0" y="0"/>
          <a:ext cx="0" cy="0"/>
          <a:chOff x="0" y="0"/>
          <a:chExt cx="0" cy="0"/>
        </a:xfrm>
      </p:grpSpPr>
      <p:sp>
        <p:nvSpPr>
          <p:cNvPr id="38" name="Google Shape;38;p57"/>
          <p:cNvSpPr txBox="1">
            <a:spLocks noGrp="1"/>
          </p:cNvSpPr>
          <p:nvPr>
            <p:ph type="title"/>
          </p:nvPr>
        </p:nvSpPr>
        <p:spPr>
          <a:xfrm>
            <a:off x="490250" y="450150"/>
            <a:ext cx="6367800" cy="4090800"/>
          </a:xfrm>
          <a:prstGeom prst="rect">
            <a:avLst/>
          </a:prstGeom>
          <a:noFill/>
          <a:ln>
            <a:noFill/>
          </a:ln>
        </p:spPr>
        <p:txBody>
          <a:bodyPr spcFirstLastPara="1" wrap="square" lIns="45700" tIns="45700" rIns="45700" bIns="45700" anchor="ctr" anchorCtr="0">
            <a:noAutofit/>
          </a:bodyPr>
          <a:lstStyle>
            <a:lvl1pPr lvl="0" algn="l">
              <a:lnSpc>
                <a:spcPct val="100000"/>
              </a:lnSpc>
              <a:spcBef>
                <a:spcPts val="0"/>
              </a:spcBef>
              <a:spcAft>
                <a:spcPts val="0"/>
              </a:spcAft>
              <a:buSzPts val="3600"/>
              <a:buNone/>
              <a:defRPr sz="36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9" name="Google Shape;39;p57"/>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rgbClr val="EAD1DC"/>
        </a:solidFill>
        <a:effectLst/>
      </p:bgPr>
    </p:bg>
    <p:spTree>
      <p:nvGrpSpPr>
        <p:cNvPr id="1" name="Shape 40"/>
        <p:cNvGrpSpPr/>
        <p:nvPr/>
      </p:nvGrpSpPr>
      <p:grpSpPr>
        <a:xfrm>
          <a:off x="0" y="0"/>
          <a:ext cx="0" cy="0"/>
          <a:chOff x="0" y="0"/>
          <a:chExt cx="0" cy="0"/>
        </a:xfrm>
      </p:grpSpPr>
      <p:sp>
        <p:nvSpPr>
          <p:cNvPr id="41" name="Google Shape;41;p58"/>
          <p:cNvSpPr txBox="1">
            <a:spLocks noGrp="1"/>
          </p:cNvSpPr>
          <p:nvPr>
            <p:ph type="body" idx="1"/>
          </p:nvPr>
        </p:nvSpPr>
        <p:spPr>
          <a:xfrm>
            <a:off x="311700" y="4230575"/>
            <a:ext cx="5998800" cy="605100"/>
          </a:xfrm>
          <a:prstGeom prst="rect">
            <a:avLst/>
          </a:prstGeom>
          <a:noFill/>
          <a:ln>
            <a:noFill/>
          </a:ln>
        </p:spPr>
        <p:txBody>
          <a:bodyPr spcFirstLastPara="1" wrap="square" lIns="45700" tIns="45700" rIns="45700" bIns="45700" anchor="ctr" anchorCtr="0">
            <a:noAutofit/>
          </a:bodyPr>
          <a:lstStyle>
            <a:lvl1pPr marL="457200" lvl="0" indent="-228600" algn="l">
              <a:lnSpc>
                <a:spcPct val="100000"/>
              </a:lnSpc>
              <a:spcBef>
                <a:spcPts val="0"/>
              </a:spcBef>
              <a:spcAft>
                <a:spcPts val="0"/>
              </a:spcAft>
              <a:buSzPts val="1600"/>
              <a:buNone/>
              <a:defRPr/>
            </a:lvl1pPr>
          </a:lstStyle>
          <a:p>
            <a:endParaRPr/>
          </a:p>
        </p:txBody>
      </p:sp>
      <p:sp>
        <p:nvSpPr>
          <p:cNvPr id="42" name="Google Shape;42;p58"/>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EAD1DC"/>
        </a:solidFill>
        <a:effectLst/>
      </p:bgPr>
    </p:bg>
    <p:spTree>
      <p:nvGrpSpPr>
        <p:cNvPr id="1" name="Shape 43"/>
        <p:cNvGrpSpPr/>
        <p:nvPr/>
      </p:nvGrpSpPr>
      <p:grpSpPr>
        <a:xfrm>
          <a:off x="0" y="0"/>
          <a:ext cx="0" cy="0"/>
          <a:chOff x="0" y="0"/>
          <a:chExt cx="0" cy="0"/>
        </a:xfrm>
      </p:grpSpPr>
      <p:sp>
        <p:nvSpPr>
          <p:cNvPr id="44" name="Google Shape;44;p59"/>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Information 2; Previously">
  <p:cSld name="TITLE_AND_BODY_1_1_1">
    <p:spTree>
      <p:nvGrpSpPr>
        <p:cNvPr id="1" name="Shape 45"/>
        <p:cNvGrpSpPr/>
        <p:nvPr/>
      </p:nvGrpSpPr>
      <p:grpSpPr>
        <a:xfrm>
          <a:off x="0" y="0"/>
          <a:ext cx="0" cy="0"/>
          <a:chOff x="0" y="0"/>
          <a:chExt cx="0" cy="0"/>
        </a:xfrm>
      </p:grpSpPr>
      <p:sp>
        <p:nvSpPr>
          <p:cNvPr id="46" name="Google Shape;46;p60"/>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lvl1pPr lvl="0" algn="l">
              <a:lnSpc>
                <a:spcPct val="100000"/>
              </a:lnSpc>
              <a:spcBef>
                <a:spcPts val="0"/>
              </a:spcBef>
              <a:spcAft>
                <a:spcPts val="0"/>
              </a:spcAft>
              <a:buSzPts val="2400"/>
              <a:buNone/>
              <a:defRPr/>
            </a:lvl1pPr>
            <a:lvl2pPr lvl="1" algn="l">
              <a:lnSpc>
                <a:spcPct val="100000"/>
              </a:lnSpc>
              <a:spcBef>
                <a:spcPts val="0"/>
              </a:spcBef>
              <a:spcAft>
                <a:spcPts val="0"/>
              </a:spcAft>
              <a:buSzPts val="2400"/>
              <a:buNone/>
              <a:defRPr/>
            </a:lvl2pPr>
            <a:lvl3pPr lvl="2" algn="l">
              <a:lnSpc>
                <a:spcPct val="100000"/>
              </a:lnSpc>
              <a:spcBef>
                <a:spcPts val="0"/>
              </a:spcBef>
              <a:spcAft>
                <a:spcPts val="0"/>
              </a:spcAft>
              <a:buSzPts val="2400"/>
              <a:buNone/>
              <a:defRPr/>
            </a:lvl3pPr>
            <a:lvl4pPr lvl="3" algn="l">
              <a:lnSpc>
                <a:spcPct val="100000"/>
              </a:lnSpc>
              <a:spcBef>
                <a:spcPts val="0"/>
              </a:spcBef>
              <a:spcAft>
                <a:spcPts val="0"/>
              </a:spcAft>
              <a:buSzPts val="2400"/>
              <a:buNone/>
              <a:defRPr/>
            </a:lvl4pPr>
            <a:lvl5pPr lvl="4" algn="l">
              <a:lnSpc>
                <a:spcPct val="100000"/>
              </a:lnSpc>
              <a:spcBef>
                <a:spcPts val="0"/>
              </a:spcBef>
              <a:spcAft>
                <a:spcPts val="0"/>
              </a:spcAft>
              <a:buSzPts val="2400"/>
              <a:buNone/>
              <a:defRPr/>
            </a:lvl5pPr>
            <a:lvl6pPr lvl="5" algn="l">
              <a:lnSpc>
                <a:spcPct val="100000"/>
              </a:lnSpc>
              <a:spcBef>
                <a:spcPts val="0"/>
              </a:spcBef>
              <a:spcAft>
                <a:spcPts val="0"/>
              </a:spcAft>
              <a:buSzPts val="2400"/>
              <a:buNone/>
              <a:defRPr/>
            </a:lvl6pPr>
            <a:lvl7pPr lvl="6" algn="l">
              <a:lnSpc>
                <a:spcPct val="100000"/>
              </a:lnSpc>
              <a:spcBef>
                <a:spcPts val="0"/>
              </a:spcBef>
              <a:spcAft>
                <a:spcPts val="0"/>
              </a:spcAft>
              <a:buSzPts val="2400"/>
              <a:buNone/>
              <a:defRPr/>
            </a:lvl7pPr>
            <a:lvl8pPr lvl="7" algn="l">
              <a:lnSpc>
                <a:spcPct val="100000"/>
              </a:lnSpc>
              <a:spcBef>
                <a:spcPts val="0"/>
              </a:spcBef>
              <a:spcAft>
                <a:spcPts val="0"/>
              </a:spcAft>
              <a:buSzPts val="2400"/>
              <a:buNone/>
              <a:defRPr/>
            </a:lvl8pPr>
            <a:lvl9pPr lvl="8" algn="l">
              <a:lnSpc>
                <a:spcPct val="100000"/>
              </a:lnSpc>
              <a:spcBef>
                <a:spcPts val="0"/>
              </a:spcBef>
              <a:spcAft>
                <a:spcPts val="0"/>
              </a:spcAft>
              <a:buSzPts val="2400"/>
              <a:buNone/>
              <a:defRPr/>
            </a:lvl9pPr>
          </a:lstStyle>
          <a:p>
            <a:endParaRPr/>
          </a:p>
        </p:txBody>
      </p:sp>
      <p:sp>
        <p:nvSpPr>
          <p:cNvPr id="47" name="Google Shape;47;p60"/>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lvl1pPr marL="457200" lvl="0" indent="-330200" algn="l">
              <a:lnSpc>
                <a:spcPct val="115000"/>
              </a:lnSpc>
              <a:spcBef>
                <a:spcPts val="0"/>
              </a:spcBef>
              <a:spcAft>
                <a:spcPts val="0"/>
              </a:spcAft>
              <a:buSzPts val="1600"/>
              <a:buChar char="•"/>
              <a:defRPr/>
            </a:lvl1pPr>
            <a:lvl2pPr marL="914400" lvl="1" indent="-330200" algn="l">
              <a:lnSpc>
                <a:spcPct val="115000"/>
              </a:lnSpc>
              <a:spcBef>
                <a:spcPts val="0"/>
              </a:spcBef>
              <a:spcAft>
                <a:spcPts val="0"/>
              </a:spcAft>
              <a:buSzPts val="1600"/>
              <a:buChar char="•"/>
              <a:defRPr/>
            </a:lvl2pPr>
            <a:lvl3pPr marL="1371600" lvl="2" indent="-330200" algn="l">
              <a:lnSpc>
                <a:spcPct val="115000"/>
              </a:lnSpc>
              <a:spcBef>
                <a:spcPts val="0"/>
              </a:spcBef>
              <a:spcAft>
                <a:spcPts val="0"/>
              </a:spcAft>
              <a:buSzPts val="1600"/>
              <a:buChar char="•"/>
              <a:defRPr/>
            </a:lvl3pPr>
            <a:lvl4pPr marL="1828800" lvl="3" indent="-330200" algn="l">
              <a:lnSpc>
                <a:spcPct val="115000"/>
              </a:lnSpc>
              <a:spcBef>
                <a:spcPts val="0"/>
              </a:spcBef>
              <a:spcAft>
                <a:spcPts val="0"/>
              </a:spcAft>
              <a:buSzPts val="1600"/>
              <a:buChar char="•"/>
              <a:defRPr/>
            </a:lvl4pPr>
            <a:lvl5pPr marL="2286000" lvl="4" indent="-330200" algn="l">
              <a:lnSpc>
                <a:spcPct val="115000"/>
              </a:lnSpc>
              <a:spcBef>
                <a:spcPts val="0"/>
              </a:spcBef>
              <a:spcAft>
                <a:spcPts val="0"/>
              </a:spcAft>
              <a:buSzPts val="1600"/>
              <a:buChar char="•"/>
              <a:defRPr/>
            </a:lvl5pPr>
            <a:lvl6pPr marL="2743200" lvl="5" indent="-330200" algn="l">
              <a:lnSpc>
                <a:spcPct val="115000"/>
              </a:lnSpc>
              <a:spcBef>
                <a:spcPts val="0"/>
              </a:spcBef>
              <a:spcAft>
                <a:spcPts val="0"/>
              </a:spcAft>
              <a:buSzPts val="1600"/>
              <a:buChar char="•"/>
              <a:defRPr/>
            </a:lvl6pPr>
            <a:lvl7pPr marL="3200400" lvl="6" indent="-330200" algn="l">
              <a:lnSpc>
                <a:spcPct val="115000"/>
              </a:lnSpc>
              <a:spcBef>
                <a:spcPts val="0"/>
              </a:spcBef>
              <a:spcAft>
                <a:spcPts val="0"/>
              </a:spcAft>
              <a:buSzPts val="1600"/>
              <a:buChar char="•"/>
              <a:defRPr/>
            </a:lvl7pPr>
            <a:lvl8pPr marL="3657600" lvl="7" indent="-330200" algn="l">
              <a:lnSpc>
                <a:spcPct val="115000"/>
              </a:lnSpc>
              <a:spcBef>
                <a:spcPts val="0"/>
              </a:spcBef>
              <a:spcAft>
                <a:spcPts val="0"/>
              </a:spcAft>
              <a:buSzPts val="1600"/>
              <a:buChar char="•"/>
              <a:defRPr/>
            </a:lvl8pPr>
            <a:lvl9pPr marL="4114800" lvl="8" indent="-330200" algn="l">
              <a:lnSpc>
                <a:spcPct val="115000"/>
              </a:lnSpc>
              <a:spcBef>
                <a:spcPts val="0"/>
              </a:spcBef>
              <a:spcAft>
                <a:spcPts val="0"/>
              </a:spcAft>
              <a:buSzPts val="1600"/>
              <a:buChar char="•"/>
              <a:defRPr/>
            </a:lvl9pPr>
          </a:lstStyle>
          <a:p>
            <a:endParaRPr/>
          </a:p>
        </p:txBody>
      </p:sp>
      <p:sp>
        <p:nvSpPr>
          <p:cNvPr id="48" name="Google Shape;48;p60"/>
          <p:cNvSpPr txBox="1"/>
          <p:nvPr/>
        </p:nvSpPr>
        <p:spPr>
          <a:xfrm>
            <a:off x="7364400" y="146175"/>
            <a:ext cx="1551000" cy="318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800" b="1" i="1" u="none" strike="noStrike" cap="none">
                <a:solidFill>
                  <a:srgbClr val="FF00FF"/>
                </a:solidFill>
                <a:latin typeface="Open Sans"/>
                <a:ea typeface="Open Sans"/>
                <a:cs typeface="Open Sans"/>
                <a:sym typeface="Open Sans"/>
              </a:rPr>
              <a:t>Previously…</a:t>
            </a:r>
            <a:endParaRPr sz="1800" b="1" i="1" u="none" strike="noStrike" cap="none">
              <a:solidFill>
                <a:srgbClr val="FF00FF"/>
              </a:solidFill>
              <a:latin typeface="Open Sans"/>
              <a:ea typeface="Open Sans"/>
              <a:cs typeface="Open Sans"/>
              <a:sym typeface="Open Sans"/>
            </a:endParaRPr>
          </a:p>
        </p:txBody>
      </p:sp>
      <p:sp>
        <p:nvSpPr>
          <p:cNvPr id="49" name="Google Shape;49;p60"/>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lvl1pPr marL="0" marR="0" lvl="0"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300"/>
              <a:buFont typeface="Arial"/>
              <a:buNone/>
              <a:defRPr sz="1300" b="1"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EAD1DC"/>
        </a:solidFill>
        <a:effectLst/>
      </p:bgPr>
    </p:bg>
    <p:spTree>
      <p:nvGrpSpPr>
        <p:cNvPr id="1" name="Shape 54"/>
        <p:cNvGrpSpPr/>
        <p:nvPr/>
      </p:nvGrpSpPr>
      <p:grpSpPr>
        <a:xfrm>
          <a:off x="0" y="0"/>
          <a:ext cx="0" cy="0"/>
          <a:chOff x="0" y="0"/>
          <a:chExt cx="0" cy="0"/>
        </a:xfrm>
      </p:grpSpPr>
      <p:sp>
        <p:nvSpPr>
          <p:cNvPr id="55" name="Google Shape;55;g320ca67c64f_0_413"/>
          <p:cNvSpPr txBox="1">
            <a:spLocks noGrp="1"/>
          </p:cNvSpPr>
          <p:nvPr>
            <p:ph type="ctrTitle"/>
          </p:nvPr>
        </p:nvSpPr>
        <p:spPr>
          <a:xfrm>
            <a:off x="311708" y="744575"/>
            <a:ext cx="8520600" cy="2052600"/>
          </a:xfrm>
          <a:prstGeom prst="rect">
            <a:avLst/>
          </a:prstGeom>
        </p:spPr>
        <p:txBody>
          <a:bodyPr spcFirstLastPara="1" wrap="square" lIns="45700" tIns="45700" rIns="45700" bIns="45700"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6" name="Google Shape;56;g320ca67c64f_0_413"/>
          <p:cNvSpPr txBox="1">
            <a:spLocks noGrp="1"/>
          </p:cNvSpPr>
          <p:nvPr>
            <p:ph type="subTitle" idx="1"/>
          </p:nvPr>
        </p:nvSpPr>
        <p:spPr>
          <a:xfrm>
            <a:off x="311700" y="2834125"/>
            <a:ext cx="8520600" cy="792600"/>
          </a:xfrm>
          <a:prstGeom prst="rect">
            <a:avLst/>
          </a:prstGeom>
        </p:spPr>
        <p:txBody>
          <a:bodyPr spcFirstLastPara="1" wrap="square" lIns="45700" tIns="45700" rIns="45700" bIns="45700" anchor="t" anchorCtr="0">
            <a:noAutofit/>
          </a:bodyPr>
          <a:lstStyle>
            <a:lvl1pPr lvl="0"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1pPr>
            <a:lvl2pPr lvl="1"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2pPr>
            <a:lvl3pPr lvl="2"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3pPr>
            <a:lvl4pPr lvl="3"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4pPr>
            <a:lvl5pPr lvl="4"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5pPr>
            <a:lvl6pPr lvl="5"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6pPr>
            <a:lvl7pPr lvl="6"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7pPr>
            <a:lvl8pPr lvl="7"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8pPr>
            <a:lvl9pPr lvl="8" algn="ctr">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9pPr>
          </a:lstStyle>
          <a:p>
            <a:endParaRPr/>
          </a:p>
        </p:txBody>
      </p:sp>
      <p:sp>
        <p:nvSpPr>
          <p:cNvPr id="57" name="Google Shape;57;g320ca67c64f_0_413"/>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EAD1DC"/>
        </a:solidFill>
        <a:effectLst/>
      </p:bgPr>
    </p:bg>
    <p:spTree>
      <p:nvGrpSpPr>
        <p:cNvPr id="1" name="Shape 58"/>
        <p:cNvGrpSpPr/>
        <p:nvPr/>
      </p:nvGrpSpPr>
      <p:grpSpPr>
        <a:xfrm>
          <a:off x="0" y="0"/>
          <a:ext cx="0" cy="0"/>
          <a:chOff x="0" y="0"/>
          <a:chExt cx="0" cy="0"/>
        </a:xfrm>
      </p:grpSpPr>
      <p:sp>
        <p:nvSpPr>
          <p:cNvPr id="59" name="Google Shape;59;g320ca67c64f_0_417"/>
          <p:cNvSpPr txBox="1">
            <a:spLocks noGrp="1"/>
          </p:cNvSpPr>
          <p:nvPr>
            <p:ph type="title"/>
          </p:nvPr>
        </p:nvSpPr>
        <p:spPr>
          <a:xfrm>
            <a:off x="311700" y="2150850"/>
            <a:ext cx="8520600" cy="841800"/>
          </a:xfrm>
          <a:prstGeom prst="rect">
            <a:avLst/>
          </a:prstGeom>
        </p:spPr>
        <p:txBody>
          <a:bodyPr spcFirstLastPara="1" wrap="square" lIns="45700" tIns="45700" rIns="45700" bIns="45700"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0" name="Google Shape;60;g320ca67c64f_0_417"/>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Worksheet Question" type="tx">
  <p:cSld name="TITLE_AND_BODY">
    <p:spTree>
      <p:nvGrpSpPr>
        <p:cNvPr id="1" name="Shape 61"/>
        <p:cNvGrpSpPr/>
        <p:nvPr/>
      </p:nvGrpSpPr>
      <p:grpSpPr>
        <a:xfrm>
          <a:off x="0" y="0"/>
          <a:ext cx="0" cy="0"/>
          <a:chOff x="0" y="0"/>
          <a:chExt cx="0" cy="0"/>
        </a:xfrm>
      </p:grpSpPr>
      <p:sp>
        <p:nvSpPr>
          <p:cNvPr id="62" name="Google Shape;62;g320ca67c64f_0_420"/>
          <p:cNvSpPr txBox="1">
            <a:spLocks noGrp="1"/>
          </p:cNvSpPr>
          <p:nvPr>
            <p:ph type="title"/>
          </p:nvPr>
        </p:nvSpPr>
        <p:spPr>
          <a:xfrm rot="-5400000">
            <a:off x="6675150" y="2679222"/>
            <a:ext cx="4114800" cy="365700"/>
          </a:xfrm>
          <a:prstGeom prst="rect">
            <a:avLst/>
          </a:prstGeom>
        </p:spPr>
        <p:txBody>
          <a:bodyPr spcFirstLastPara="1" wrap="square" lIns="45700" tIns="45700" rIns="45700" bIns="45700" anchor="ctr" anchorCtr="0">
            <a:noAutofit/>
          </a:bodyPr>
          <a:lstStyle>
            <a:lvl1pPr lvl="0">
              <a:spcBef>
                <a:spcPts val="0"/>
              </a:spcBef>
              <a:spcAft>
                <a:spcPts val="0"/>
              </a:spcAft>
              <a:buSzPts val="2400"/>
              <a:buNone/>
              <a:defRPr/>
            </a:lvl1pPr>
            <a:lvl2pPr lvl="1">
              <a:spcBef>
                <a:spcPts val="0"/>
              </a:spcBef>
              <a:spcAft>
                <a:spcPts val="0"/>
              </a:spcAft>
              <a:buSzPts val="2400"/>
              <a:buNone/>
              <a:defRPr/>
            </a:lvl2pPr>
            <a:lvl3pPr lvl="2">
              <a:spcBef>
                <a:spcPts val="0"/>
              </a:spcBef>
              <a:spcAft>
                <a:spcPts val="0"/>
              </a:spcAft>
              <a:buSzPts val="2400"/>
              <a:buNone/>
              <a:defRPr/>
            </a:lvl3pPr>
            <a:lvl4pPr lvl="3">
              <a:spcBef>
                <a:spcPts val="0"/>
              </a:spcBef>
              <a:spcAft>
                <a:spcPts val="0"/>
              </a:spcAft>
              <a:buSzPts val="2400"/>
              <a:buNone/>
              <a:defRPr/>
            </a:lvl4pPr>
            <a:lvl5pPr lvl="4">
              <a:spcBef>
                <a:spcPts val="0"/>
              </a:spcBef>
              <a:spcAft>
                <a:spcPts val="0"/>
              </a:spcAft>
              <a:buSzPts val="2400"/>
              <a:buNone/>
              <a:defRPr/>
            </a:lvl5pPr>
            <a:lvl6pPr lvl="5">
              <a:spcBef>
                <a:spcPts val="0"/>
              </a:spcBef>
              <a:spcAft>
                <a:spcPts val="0"/>
              </a:spcAft>
              <a:buSzPts val="2400"/>
              <a:buNone/>
              <a:defRPr/>
            </a:lvl6pPr>
            <a:lvl7pPr lvl="6">
              <a:spcBef>
                <a:spcPts val="0"/>
              </a:spcBef>
              <a:spcAft>
                <a:spcPts val="0"/>
              </a:spcAft>
              <a:buSzPts val="2400"/>
              <a:buNone/>
              <a:defRPr/>
            </a:lvl7pPr>
            <a:lvl8pPr lvl="7">
              <a:spcBef>
                <a:spcPts val="0"/>
              </a:spcBef>
              <a:spcAft>
                <a:spcPts val="0"/>
              </a:spcAft>
              <a:buSzPts val="2400"/>
              <a:buNone/>
              <a:defRPr/>
            </a:lvl8pPr>
            <a:lvl9pPr lvl="8">
              <a:spcBef>
                <a:spcPts val="0"/>
              </a:spcBef>
              <a:spcAft>
                <a:spcPts val="0"/>
              </a:spcAft>
              <a:buSzPts val="2400"/>
              <a:buNone/>
              <a:defRPr/>
            </a:lvl9pPr>
          </a:lstStyle>
          <a:p>
            <a:endParaRPr/>
          </a:p>
        </p:txBody>
      </p:sp>
      <p:sp>
        <p:nvSpPr>
          <p:cNvPr id="63" name="Google Shape;63;g320ca67c64f_0_420"/>
          <p:cNvSpPr txBox="1">
            <a:spLocks noGrp="1"/>
          </p:cNvSpPr>
          <p:nvPr>
            <p:ph type="body" idx="1"/>
          </p:nvPr>
        </p:nvSpPr>
        <p:spPr>
          <a:xfrm>
            <a:off x="228600" y="228600"/>
            <a:ext cx="8001000" cy="4690800"/>
          </a:xfrm>
          <a:prstGeom prst="rect">
            <a:avLst/>
          </a:prstGeom>
        </p:spPr>
        <p:txBody>
          <a:bodyPr spcFirstLastPara="1" wrap="square" lIns="45700" tIns="45700" rIns="45700" bIns="45700" anchor="t" anchorCtr="0">
            <a:noAutofit/>
          </a:bodyPr>
          <a:lstStyle>
            <a:lvl1pPr marL="457200" lvl="0" indent="-330200">
              <a:spcBef>
                <a:spcPts val="0"/>
              </a:spcBef>
              <a:spcAft>
                <a:spcPts val="0"/>
              </a:spcAft>
              <a:buSzPts val="16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
        <p:nvSpPr>
          <p:cNvPr id="64" name="Google Shape;64;g320ca67c64f_0_420"/>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ide Style">
  <p:cSld name="TITLE_AND_BODY_2">
    <p:spTree>
      <p:nvGrpSpPr>
        <p:cNvPr id="1" name="Shape 65"/>
        <p:cNvGrpSpPr/>
        <p:nvPr/>
      </p:nvGrpSpPr>
      <p:grpSpPr>
        <a:xfrm>
          <a:off x="0" y="0"/>
          <a:ext cx="0" cy="0"/>
          <a:chOff x="0" y="0"/>
          <a:chExt cx="0" cy="0"/>
        </a:xfrm>
      </p:grpSpPr>
      <p:sp>
        <p:nvSpPr>
          <p:cNvPr id="66" name="Google Shape;66;g320ca67c64f_0_424"/>
          <p:cNvSpPr txBox="1">
            <a:spLocks noGrp="1"/>
          </p:cNvSpPr>
          <p:nvPr>
            <p:ph type="title"/>
          </p:nvPr>
        </p:nvSpPr>
        <p:spPr>
          <a:xfrm rot="-5400000">
            <a:off x="6675150" y="2679222"/>
            <a:ext cx="4114800" cy="365700"/>
          </a:xfrm>
          <a:prstGeom prst="rect">
            <a:avLst/>
          </a:prstGeom>
        </p:spPr>
        <p:txBody>
          <a:bodyPr spcFirstLastPara="1" wrap="square" lIns="45700" tIns="45700" rIns="45700" bIns="45700" anchor="ctr" anchorCtr="0">
            <a:noAutofit/>
          </a:bodyPr>
          <a:lstStyle>
            <a:lvl1pPr lvl="0">
              <a:spcBef>
                <a:spcPts val="0"/>
              </a:spcBef>
              <a:spcAft>
                <a:spcPts val="0"/>
              </a:spcAft>
              <a:buSzPts val="2400"/>
              <a:buNone/>
              <a:defRPr/>
            </a:lvl1pPr>
            <a:lvl2pPr lvl="1">
              <a:spcBef>
                <a:spcPts val="0"/>
              </a:spcBef>
              <a:spcAft>
                <a:spcPts val="0"/>
              </a:spcAft>
              <a:buSzPts val="2400"/>
              <a:buNone/>
              <a:defRPr/>
            </a:lvl2pPr>
            <a:lvl3pPr lvl="2">
              <a:spcBef>
                <a:spcPts val="0"/>
              </a:spcBef>
              <a:spcAft>
                <a:spcPts val="0"/>
              </a:spcAft>
              <a:buSzPts val="2400"/>
              <a:buNone/>
              <a:defRPr/>
            </a:lvl3pPr>
            <a:lvl4pPr lvl="3">
              <a:spcBef>
                <a:spcPts val="0"/>
              </a:spcBef>
              <a:spcAft>
                <a:spcPts val="0"/>
              </a:spcAft>
              <a:buSzPts val="2400"/>
              <a:buNone/>
              <a:defRPr/>
            </a:lvl4pPr>
            <a:lvl5pPr lvl="4">
              <a:spcBef>
                <a:spcPts val="0"/>
              </a:spcBef>
              <a:spcAft>
                <a:spcPts val="0"/>
              </a:spcAft>
              <a:buSzPts val="2400"/>
              <a:buNone/>
              <a:defRPr/>
            </a:lvl5pPr>
            <a:lvl6pPr lvl="5">
              <a:spcBef>
                <a:spcPts val="0"/>
              </a:spcBef>
              <a:spcAft>
                <a:spcPts val="0"/>
              </a:spcAft>
              <a:buSzPts val="2400"/>
              <a:buNone/>
              <a:defRPr/>
            </a:lvl6pPr>
            <a:lvl7pPr lvl="6">
              <a:spcBef>
                <a:spcPts val="0"/>
              </a:spcBef>
              <a:spcAft>
                <a:spcPts val="0"/>
              </a:spcAft>
              <a:buSzPts val="2400"/>
              <a:buNone/>
              <a:defRPr/>
            </a:lvl7pPr>
            <a:lvl8pPr lvl="7">
              <a:spcBef>
                <a:spcPts val="0"/>
              </a:spcBef>
              <a:spcAft>
                <a:spcPts val="0"/>
              </a:spcAft>
              <a:buSzPts val="2400"/>
              <a:buNone/>
              <a:defRPr/>
            </a:lvl8pPr>
            <a:lvl9pPr lvl="8">
              <a:spcBef>
                <a:spcPts val="0"/>
              </a:spcBef>
              <a:spcAft>
                <a:spcPts val="0"/>
              </a:spcAft>
              <a:buSzPts val="2400"/>
              <a:buNone/>
              <a:defRPr/>
            </a:lvl9pPr>
          </a:lstStyle>
          <a:p>
            <a:endParaRPr/>
          </a:p>
        </p:txBody>
      </p:sp>
      <p:sp>
        <p:nvSpPr>
          <p:cNvPr id="67" name="Google Shape;67;g320ca67c64f_0_424"/>
          <p:cNvSpPr txBox="1">
            <a:spLocks noGrp="1"/>
          </p:cNvSpPr>
          <p:nvPr>
            <p:ph type="body" idx="1"/>
          </p:nvPr>
        </p:nvSpPr>
        <p:spPr>
          <a:xfrm>
            <a:off x="228600" y="228600"/>
            <a:ext cx="8001000" cy="4690800"/>
          </a:xfrm>
          <a:prstGeom prst="rect">
            <a:avLst/>
          </a:prstGeom>
        </p:spPr>
        <p:txBody>
          <a:bodyPr spcFirstLastPara="1" wrap="square" lIns="45700" tIns="45700" rIns="45700" bIns="45700" anchor="t" anchorCtr="0">
            <a:noAutofit/>
          </a:bodyPr>
          <a:lstStyle>
            <a:lvl1pPr marL="457200" lvl="0" indent="-330200">
              <a:spcBef>
                <a:spcPts val="0"/>
              </a:spcBef>
              <a:spcAft>
                <a:spcPts val="0"/>
              </a:spcAft>
              <a:buSzPts val="16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
        <p:nvSpPr>
          <p:cNvPr id="68" name="Google Shape;68;g320ca67c64f_0_424"/>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de Style; Previously">
  <p:cSld name="TITLE_AND_BODY_2_1">
    <p:spTree>
      <p:nvGrpSpPr>
        <p:cNvPr id="1" name="Shape 69"/>
        <p:cNvGrpSpPr/>
        <p:nvPr/>
      </p:nvGrpSpPr>
      <p:grpSpPr>
        <a:xfrm>
          <a:off x="0" y="0"/>
          <a:ext cx="0" cy="0"/>
          <a:chOff x="0" y="0"/>
          <a:chExt cx="0" cy="0"/>
        </a:xfrm>
      </p:grpSpPr>
      <p:sp>
        <p:nvSpPr>
          <p:cNvPr id="70" name="Google Shape;70;g320ca67c64f_0_428"/>
          <p:cNvSpPr txBox="1">
            <a:spLocks noGrp="1"/>
          </p:cNvSpPr>
          <p:nvPr>
            <p:ph type="title"/>
          </p:nvPr>
        </p:nvSpPr>
        <p:spPr>
          <a:xfrm rot="-5400000">
            <a:off x="6675150" y="2679222"/>
            <a:ext cx="4114800" cy="365700"/>
          </a:xfrm>
          <a:prstGeom prst="rect">
            <a:avLst/>
          </a:prstGeom>
        </p:spPr>
        <p:txBody>
          <a:bodyPr spcFirstLastPara="1" wrap="square" lIns="45700" tIns="45700" rIns="45700" bIns="45700" anchor="ctr" anchorCtr="0">
            <a:noAutofit/>
          </a:bodyPr>
          <a:lstStyle>
            <a:lvl1pPr lvl="0">
              <a:spcBef>
                <a:spcPts val="0"/>
              </a:spcBef>
              <a:spcAft>
                <a:spcPts val="0"/>
              </a:spcAft>
              <a:buSzPts val="2400"/>
              <a:buNone/>
              <a:defRPr/>
            </a:lvl1pPr>
            <a:lvl2pPr lvl="1">
              <a:spcBef>
                <a:spcPts val="0"/>
              </a:spcBef>
              <a:spcAft>
                <a:spcPts val="0"/>
              </a:spcAft>
              <a:buSzPts val="2400"/>
              <a:buNone/>
              <a:defRPr/>
            </a:lvl2pPr>
            <a:lvl3pPr lvl="2">
              <a:spcBef>
                <a:spcPts val="0"/>
              </a:spcBef>
              <a:spcAft>
                <a:spcPts val="0"/>
              </a:spcAft>
              <a:buSzPts val="2400"/>
              <a:buNone/>
              <a:defRPr/>
            </a:lvl3pPr>
            <a:lvl4pPr lvl="3">
              <a:spcBef>
                <a:spcPts val="0"/>
              </a:spcBef>
              <a:spcAft>
                <a:spcPts val="0"/>
              </a:spcAft>
              <a:buSzPts val="2400"/>
              <a:buNone/>
              <a:defRPr/>
            </a:lvl4pPr>
            <a:lvl5pPr lvl="4">
              <a:spcBef>
                <a:spcPts val="0"/>
              </a:spcBef>
              <a:spcAft>
                <a:spcPts val="0"/>
              </a:spcAft>
              <a:buSzPts val="2400"/>
              <a:buNone/>
              <a:defRPr/>
            </a:lvl5pPr>
            <a:lvl6pPr lvl="5">
              <a:spcBef>
                <a:spcPts val="0"/>
              </a:spcBef>
              <a:spcAft>
                <a:spcPts val="0"/>
              </a:spcAft>
              <a:buSzPts val="2400"/>
              <a:buNone/>
              <a:defRPr/>
            </a:lvl6pPr>
            <a:lvl7pPr lvl="6">
              <a:spcBef>
                <a:spcPts val="0"/>
              </a:spcBef>
              <a:spcAft>
                <a:spcPts val="0"/>
              </a:spcAft>
              <a:buSzPts val="2400"/>
              <a:buNone/>
              <a:defRPr/>
            </a:lvl7pPr>
            <a:lvl8pPr lvl="7">
              <a:spcBef>
                <a:spcPts val="0"/>
              </a:spcBef>
              <a:spcAft>
                <a:spcPts val="0"/>
              </a:spcAft>
              <a:buSzPts val="2400"/>
              <a:buNone/>
              <a:defRPr/>
            </a:lvl8pPr>
            <a:lvl9pPr lvl="8">
              <a:spcBef>
                <a:spcPts val="0"/>
              </a:spcBef>
              <a:spcAft>
                <a:spcPts val="0"/>
              </a:spcAft>
              <a:buSzPts val="2400"/>
              <a:buNone/>
              <a:defRPr/>
            </a:lvl9pPr>
          </a:lstStyle>
          <a:p>
            <a:endParaRPr/>
          </a:p>
        </p:txBody>
      </p:sp>
      <p:sp>
        <p:nvSpPr>
          <p:cNvPr id="71" name="Google Shape;71;g320ca67c64f_0_428"/>
          <p:cNvSpPr txBox="1">
            <a:spLocks noGrp="1"/>
          </p:cNvSpPr>
          <p:nvPr>
            <p:ph type="body" idx="1"/>
          </p:nvPr>
        </p:nvSpPr>
        <p:spPr>
          <a:xfrm>
            <a:off x="228600" y="228600"/>
            <a:ext cx="8001000" cy="4690800"/>
          </a:xfrm>
          <a:prstGeom prst="rect">
            <a:avLst/>
          </a:prstGeom>
        </p:spPr>
        <p:txBody>
          <a:bodyPr spcFirstLastPara="1" wrap="square" lIns="45700" tIns="45700" rIns="45700" bIns="45700" anchor="t" anchorCtr="0">
            <a:noAutofit/>
          </a:bodyPr>
          <a:lstStyle>
            <a:lvl1pPr marL="457200" lvl="0" indent="-330200">
              <a:spcBef>
                <a:spcPts val="0"/>
              </a:spcBef>
              <a:spcAft>
                <a:spcPts val="0"/>
              </a:spcAft>
              <a:buSzPts val="16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
        <p:nvSpPr>
          <p:cNvPr id="72" name="Google Shape;72;g320ca67c64f_0_428"/>
          <p:cNvSpPr txBox="1"/>
          <p:nvPr/>
        </p:nvSpPr>
        <p:spPr>
          <a:xfrm>
            <a:off x="7364400" y="146175"/>
            <a:ext cx="1551000" cy="31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rgbClr val="FF00FF"/>
                </a:solidFill>
                <a:latin typeface="Open Sans"/>
                <a:ea typeface="Open Sans"/>
                <a:cs typeface="Open Sans"/>
                <a:sym typeface="Open Sans"/>
              </a:rPr>
              <a:t>Previously…</a:t>
            </a:r>
            <a:endParaRPr sz="1800" b="1" i="1">
              <a:solidFill>
                <a:srgbClr val="FF00FF"/>
              </a:solidFill>
              <a:latin typeface="Open Sans"/>
              <a:ea typeface="Open Sans"/>
              <a:cs typeface="Open Sans"/>
              <a:sym typeface="Open Sans"/>
            </a:endParaRPr>
          </a:p>
        </p:txBody>
      </p:sp>
      <p:sp>
        <p:nvSpPr>
          <p:cNvPr id="73" name="Google Shape;73;g320ca67c64f_0_428"/>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EAD1DC"/>
        </a:solidFill>
        <a:effectLst/>
      </p:bgPr>
    </p:bg>
    <p:spTree>
      <p:nvGrpSpPr>
        <p:cNvPr id="1" name="Shape 74"/>
        <p:cNvGrpSpPr/>
        <p:nvPr/>
      </p:nvGrpSpPr>
      <p:grpSpPr>
        <a:xfrm>
          <a:off x="0" y="0"/>
          <a:ext cx="0" cy="0"/>
          <a:chOff x="0" y="0"/>
          <a:chExt cx="0" cy="0"/>
        </a:xfrm>
      </p:grpSpPr>
      <p:sp>
        <p:nvSpPr>
          <p:cNvPr id="75" name="Google Shape;75;g320ca67c64f_0_433"/>
          <p:cNvSpPr txBox="1">
            <a:spLocks noGrp="1"/>
          </p:cNvSpPr>
          <p:nvPr>
            <p:ph type="title"/>
          </p:nvPr>
        </p:nvSpPr>
        <p:spPr>
          <a:xfrm>
            <a:off x="490250" y="450150"/>
            <a:ext cx="6367800" cy="4090800"/>
          </a:xfrm>
          <a:prstGeom prst="rect">
            <a:avLst/>
          </a:prstGeom>
        </p:spPr>
        <p:txBody>
          <a:bodyPr spcFirstLastPara="1" wrap="square" lIns="45700" tIns="45700" rIns="45700" bIns="45700" anchor="ctr" anchorCtr="0">
            <a:noAutofit/>
          </a:bodyPr>
          <a:lstStyle>
            <a:lvl1pPr lvl="0">
              <a:spcBef>
                <a:spcPts val="0"/>
              </a:spcBef>
              <a:spcAft>
                <a:spcPts val="0"/>
              </a:spcAft>
              <a:buSzPts val="3600"/>
              <a:buNone/>
              <a:defRPr sz="36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76" name="Google Shape;76;g320ca67c64f_0_433"/>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rgbClr val="EAD1DC"/>
        </a:solidFill>
        <a:effectLst/>
      </p:bgPr>
    </p:bg>
    <p:spTree>
      <p:nvGrpSpPr>
        <p:cNvPr id="1" name="Shape 77"/>
        <p:cNvGrpSpPr/>
        <p:nvPr/>
      </p:nvGrpSpPr>
      <p:grpSpPr>
        <a:xfrm>
          <a:off x="0" y="0"/>
          <a:ext cx="0" cy="0"/>
          <a:chOff x="0" y="0"/>
          <a:chExt cx="0" cy="0"/>
        </a:xfrm>
      </p:grpSpPr>
      <p:sp>
        <p:nvSpPr>
          <p:cNvPr id="78" name="Google Shape;78;g320ca67c64f_0_436"/>
          <p:cNvSpPr txBox="1">
            <a:spLocks noGrp="1"/>
          </p:cNvSpPr>
          <p:nvPr>
            <p:ph type="body" idx="1"/>
          </p:nvPr>
        </p:nvSpPr>
        <p:spPr>
          <a:xfrm>
            <a:off x="311700" y="4230575"/>
            <a:ext cx="5998800" cy="605100"/>
          </a:xfrm>
          <a:prstGeom prst="rect">
            <a:avLst/>
          </a:prstGeom>
        </p:spPr>
        <p:txBody>
          <a:bodyPr spcFirstLastPara="1" wrap="square" lIns="45700" tIns="45700" rIns="45700" bIns="45700" anchor="ctr" anchorCtr="0">
            <a:noAutofit/>
          </a:bodyPr>
          <a:lstStyle>
            <a:lvl1pPr marL="457200" lvl="0" indent="-228600">
              <a:lnSpc>
                <a:spcPct val="100000"/>
              </a:lnSpc>
              <a:spcBef>
                <a:spcPts val="0"/>
              </a:spcBef>
              <a:spcAft>
                <a:spcPts val="0"/>
              </a:spcAft>
              <a:buSzPts val="1600"/>
              <a:buNone/>
              <a:defRPr/>
            </a:lvl1pPr>
          </a:lstStyle>
          <a:p>
            <a:endParaRPr/>
          </a:p>
        </p:txBody>
      </p:sp>
      <p:sp>
        <p:nvSpPr>
          <p:cNvPr id="79" name="Google Shape;79;g320ca67c64f_0_436"/>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EAD1DC"/>
        </a:solidFill>
        <a:effectLst/>
      </p:bgPr>
    </p:bg>
    <p:spTree>
      <p:nvGrpSpPr>
        <p:cNvPr id="1" name="Shape 80"/>
        <p:cNvGrpSpPr/>
        <p:nvPr/>
      </p:nvGrpSpPr>
      <p:grpSpPr>
        <a:xfrm>
          <a:off x="0" y="0"/>
          <a:ext cx="0" cy="0"/>
          <a:chOff x="0" y="0"/>
          <a:chExt cx="0" cy="0"/>
        </a:xfrm>
      </p:grpSpPr>
      <p:sp>
        <p:nvSpPr>
          <p:cNvPr id="81" name="Google Shape;81;g320ca67c64f_0_439"/>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Worksheet Question 2">
  <p:cSld name="TITLE_AND_BODY_1">
    <p:spTree>
      <p:nvGrpSpPr>
        <p:cNvPr id="1" name="Shape 82"/>
        <p:cNvGrpSpPr/>
        <p:nvPr/>
      </p:nvGrpSpPr>
      <p:grpSpPr>
        <a:xfrm>
          <a:off x="0" y="0"/>
          <a:ext cx="0" cy="0"/>
          <a:chOff x="0" y="0"/>
          <a:chExt cx="0" cy="0"/>
        </a:xfrm>
      </p:grpSpPr>
      <p:sp>
        <p:nvSpPr>
          <p:cNvPr id="83" name="Google Shape;83;g320ca67c64f_0_441"/>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lvl1pPr lvl="0">
              <a:spcBef>
                <a:spcPts val="0"/>
              </a:spcBef>
              <a:spcAft>
                <a:spcPts val="0"/>
              </a:spcAft>
              <a:buSzPts val="2400"/>
              <a:buNone/>
              <a:defRPr/>
            </a:lvl1pPr>
            <a:lvl2pPr lvl="1">
              <a:spcBef>
                <a:spcPts val="0"/>
              </a:spcBef>
              <a:spcAft>
                <a:spcPts val="0"/>
              </a:spcAft>
              <a:buSzPts val="2400"/>
              <a:buNone/>
              <a:defRPr/>
            </a:lvl2pPr>
            <a:lvl3pPr lvl="2">
              <a:spcBef>
                <a:spcPts val="0"/>
              </a:spcBef>
              <a:spcAft>
                <a:spcPts val="0"/>
              </a:spcAft>
              <a:buSzPts val="2400"/>
              <a:buNone/>
              <a:defRPr/>
            </a:lvl3pPr>
            <a:lvl4pPr lvl="3">
              <a:spcBef>
                <a:spcPts val="0"/>
              </a:spcBef>
              <a:spcAft>
                <a:spcPts val="0"/>
              </a:spcAft>
              <a:buSzPts val="2400"/>
              <a:buNone/>
              <a:defRPr/>
            </a:lvl4pPr>
            <a:lvl5pPr lvl="4">
              <a:spcBef>
                <a:spcPts val="0"/>
              </a:spcBef>
              <a:spcAft>
                <a:spcPts val="0"/>
              </a:spcAft>
              <a:buSzPts val="2400"/>
              <a:buNone/>
              <a:defRPr/>
            </a:lvl5pPr>
            <a:lvl6pPr lvl="5">
              <a:spcBef>
                <a:spcPts val="0"/>
              </a:spcBef>
              <a:spcAft>
                <a:spcPts val="0"/>
              </a:spcAft>
              <a:buSzPts val="2400"/>
              <a:buNone/>
              <a:defRPr/>
            </a:lvl6pPr>
            <a:lvl7pPr lvl="6">
              <a:spcBef>
                <a:spcPts val="0"/>
              </a:spcBef>
              <a:spcAft>
                <a:spcPts val="0"/>
              </a:spcAft>
              <a:buSzPts val="2400"/>
              <a:buNone/>
              <a:defRPr/>
            </a:lvl7pPr>
            <a:lvl8pPr lvl="7">
              <a:spcBef>
                <a:spcPts val="0"/>
              </a:spcBef>
              <a:spcAft>
                <a:spcPts val="0"/>
              </a:spcAft>
              <a:buSzPts val="2400"/>
              <a:buNone/>
              <a:defRPr/>
            </a:lvl8pPr>
            <a:lvl9pPr lvl="8">
              <a:spcBef>
                <a:spcPts val="0"/>
              </a:spcBef>
              <a:spcAft>
                <a:spcPts val="0"/>
              </a:spcAft>
              <a:buSzPts val="2400"/>
              <a:buNone/>
              <a:defRPr/>
            </a:lvl9pPr>
          </a:lstStyle>
          <a:p>
            <a:endParaRPr/>
          </a:p>
        </p:txBody>
      </p:sp>
      <p:sp>
        <p:nvSpPr>
          <p:cNvPr id="84" name="Google Shape;84;g320ca67c64f_0_441"/>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lvl1pPr marL="457200" lvl="0" indent="-330200">
              <a:spcBef>
                <a:spcPts val="0"/>
              </a:spcBef>
              <a:spcAft>
                <a:spcPts val="0"/>
              </a:spcAft>
              <a:buSzPts val="16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
        <p:nvSpPr>
          <p:cNvPr id="85" name="Google Shape;85;g320ca67c64f_0_441"/>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Information 2; Previously">
  <p:cSld name="TITLE_AND_BODY_1_1_1">
    <p:spTree>
      <p:nvGrpSpPr>
        <p:cNvPr id="1" name="Shape 90"/>
        <p:cNvGrpSpPr/>
        <p:nvPr/>
      </p:nvGrpSpPr>
      <p:grpSpPr>
        <a:xfrm>
          <a:off x="0" y="0"/>
          <a:ext cx="0" cy="0"/>
          <a:chOff x="0" y="0"/>
          <a:chExt cx="0" cy="0"/>
        </a:xfrm>
      </p:grpSpPr>
      <p:sp>
        <p:nvSpPr>
          <p:cNvPr id="91" name="Google Shape;91;g320ca67c64f_0_449"/>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lvl1pPr lvl="0">
              <a:spcBef>
                <a:spcPts val="0"/>
              </a:spcBef>
              <a:spcAft>
                <a:spcPts val="0"/>
              </a:spcAft>
              <a:buSzPts val="2400"/>
              <a:buNone/>
              <a:defRPr/>
            </a:lvl1pPr>
            <a:lvl2pPr lvl="1">
              <a:spcBef>
                <a:spcPts val="0"/>
              </a:spcBef>
              <a:spcAft>
                <a:spcPts val="0"/>
              </a:spcAft>
              <a:buSzPts val="2400"/>
              <a:buNone/>
              <a:defRPr/>
            </a:lvl2pPr>
            <a:lvl3pPr lvl="2">
              <a:spcBef>
                <a:spcPts val="0"/>
              </a:spcBef>
              <a:spcAft>
                <a:spcPts val="0"/>
              </a:spcAft>
              <a:buSzPts val="2400"/>
              <a:buNone/>
              <a:defRPr/>
            </a:lvl3pPr>
            <a:lvl4pPr lvl="3">
              <a:spcBef>
                <a:spcPts val="0"/>
              </a:spcBef>
              <a:spcAft>
                <a:spcPts val="0"/>
              </a:spcAft>
              <a:buSzPts val="2400"/>
              <a:buNone/>
              <a:defRPr/>
            </a:lvl4pPr>
            <a:lvl5pPr lvl="4">
              <a:spcBef>
                <a:spcPts val="0"/>
              </a:spcBef>
              <a:spcAft>
                <a:spcPts val="0"/>
              </a:spcAft>
              <a:buSzPts val="2400"/>
              <a:buNone/>
              <a:defRPr/>
            </a:lvl5pPr>
            <a:lvl6pPr lvl="5">
              <a:spcBef>
                <a:spcPts val="0"/>
              </a:spcBef>
              <a:spcAft>
                <a:spcPts val="0"/>
              </a:spcAft>
              <a:buSzPts val="2400"/>
              <a:buNone/>
              <a:defRPr/>
            </a:lvl6pPr>
            <a:lvl7pPr lvl="6">
              <a:spcBef>
                <a:spcPts val="0"/>
              </a:spcBef>
              <a:spcAft>
                <a:spcPts val="0"/>
              </a:spcAft>
              <a:buSzPts val="2400"/>
              <a:buNone/>
              <a:defRPr/>
            </a:lvl7pPr>
            <a:lvl8pPr lvl="7">
              <a:spcBef>
                <a:spcPts val="0"/>
              </a:spcBef>
              <a:spcAft>
                <a:spcPts val="0"/>
              </a:spcAft>
              <a:buSzPts val="2400"/>
              <a:buNone/>
              <a:defRPr/>
            </a:lvl8pPr>
            <a:lvl9pPr lvl="8">
              <a:spcBef>
                <a:spcPts val="0"/>
              </a:spcBef>
              <a:spcAft>
                <a:spcPts val="0"/>
              </a:spcAft>
              <a:buSzPts val="2400"/>
              <a:buNone/>
              <a:defRPr/>
            </a:lvl9pPr>
          </a:lstStyle>
          <a:p>
            <a:endParaRPr/>
          </a:p>
        </p:txBody>
      </p:sp>
      <p:sp>
        <p:nvSpPr>
          <p:cNvPr id="92" name="Google Shape;92;g320ca67c64f_0_449"/>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lvl1pPr marL="457200" lvl="0" indent="-330200">
              <a:spcBef>
                <a:spcPts val="0"/>
              </a:spcBef>
              <a:spcAft>
                <a:spcPts val="0"/>
              </a:spcAft>
              <a:buSzPts val="16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
        <p:nvSpPr>
          <p:cNvPr id="93" name="Google Shape;93;g320ca67c64f_0_449"/>
          <p:cNvSpPr txBox="1"/>
          <p:nvPr/>
        </p:nvSpPr>
        <p:spPr>
          <a:xfrm>
            <a:off x="7364400" y="146175"/>
            <a:ext cx="1551000" cy="31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rgbClr val="FF00FF"/>
                </a:solidFill>
                <a:latin typeface="Open Sans"/>
                <a:ea typeface="Open Sans"/>
                <a:cs typeface="Open Sans"/>
                <a:sym typeface="Open Sans"/>
              </a:rPr>
              <a:t>Previously…</a:t>
            </a:r>
            <a:endParaRPr sz="1800" b="1" i="1">
              <a:solidFill>
                <a:srgbClr val="FF00FF"/>
              </a:solidFill>
              <a:latin typeface="Open Sans"/>
              <a:ea typeface="Open Sans"/>
              <a:cs typeface="Open Sans"/>
              <a:sym typeface="Open Sans"/>
            </a:endParaRPr>
          </a:p>
        </p:txBody>
      </p:sp>
      <p:sp>
        <p:nvSpPr>
          <p:cNvPr id="94" name="Google Shape;94;g320ca67c64f_0_449"/>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EAD1D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45700" tIns="45700" rIns="45700" bIns="45700"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45700" tIns="45700" rIns="45700" bIns="45700" anchor="t" anchorCtr="0">
            <a:noAutofit/>
          </a:bodyPr>
          <a:lstStyle>
            <a:lvl1pPr lvl="0"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1pPr>
            <a:lvl2pPr lvl="1"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2pPr>
            <a:lvl3pPr lvl="2"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3pPr>
            <a:lvl4pPr lvl="3"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4pPr>
            <a:lvl5pPr lvl="4"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5pPr>
            <a:lvl6pPr lvl="5"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6pPr>
            <a:lvl7pPr lvl="6"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7pPr>
            <a:lvl8pPr lvl="7"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8pPr>
            <a:lvl9pPr lvl="8" algn="ctr" rtl="0">
              <a:lnSpc>
                <a:spcPct val="100000"/>
              </a:lnSpc>
              <a:spcBef>
                <a:spcPts val="0"/>
              </a:spcBef>
              <a:spcAft>
                <a:spcPts val="0"/>
              </a:spcAft>
              <a:buSzPts val="2800"/>
              <a:buFont typeface="Encode Sans Condensed"/>
              <a:buNone/>
              <a:defRPr sz="2800">
                <a:latin typeface="Encode Sans Condensed"/>
                <a:ea typeface="Encode Sans Condensed"/>
                <a:cs typeface="Encode Sans Condensed"/>
                <a:sym typeface="Encode Sans Condensed"/>
              </a:defRPr>
            </a:lvl9pPr>
          </a:lstStyle>
          <a:p>
            <a:endParaRPr/>
          </a:p>
        </p:txBody>
      </p:sp>
      <p:sp>
        <p:nvSpPr>
          <p:cNvPr id="12" name="Google Shape;12;p2"/>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86350409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solidFill>
          <a:srgbClr val="EAD1DC"/>
        </a:solidFill>
        <a:effectLst/>
      </p:bgPr>
    </p:bg>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45700" tIns="45700" rIns="45700" bIns="45700"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4500318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Worksheet Question" type="tx">
  <p:cSld name="Worksheet Question">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rot="-5400000">
            <a:off x="6675150" y="2679222"/>
            <a:ext cx="4114800" cy="365700"/>
          </a:xfrm>
          <a:prstGeom prst="rect">
            <a:avLst/>
          </a:prstGeom>
        </p:spPr>
        <p:txBody>
          <a:bodyPr spcFirstLastPara="1" wrap="square" lIns="45700" tIns="45700" rIns="45700" bIns="45700" anchor="ctr"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
        <p:nvSpPr>
          <p:cNvPr id="18" name="Google Shape;18;p4"/>
          <p:cNvSpPr txBox="1">
            <a:spLocks noGrp="1"/>
          </p:cNvSpPr>
          <p:nvPr>
            <p:ph type="body" idx="1"/>
          </p:nvPr>
        </p:nvSpPr>
        <p:spPr>
          <a:xfrm>
            <a:off x="228600" y="228600"/>
            <a:ext cx="8001000" cy="4690800"/>
          </a:xfrm>
          <a:prstGeom prst="rect">
            <a:avLst/>
          </a:prstGeom>
        </p:spPr>
        <p:txBody>
          <a:bodyPr spcFirstLastPara="1" wrap="square" lIns="45700" tIns="45700" rIns="45700" bIns="45700" anchor="t" anchorCtr="0">
            <a:noAutofit/>
          </a:bodyPr>
          <a:lstStyle>
            <a:lvl1pPr marL="457200" lvl="0" indent="-330200" rtl="0">
              <a:spcBef>
                <a:spcPts val="0"/>
              </a:spcBef>
              <a:spcAft>
                <a:spcPts val="0"/>
              </a:spcAft>
              <a:buSzPts val="1600"/>
              <a:buChar char="•"/>
              <a:defRPr/>
            </a:lvl1pPr>
            <a:lvl2pPr marL="914400" lvl="1" indent="-330200" rtl="0">
              <a:spcBef>
                <a:spcPts val="0"/>
              </a:spcBef>
              <a:spcAft>
                <a:spcPts val="0"/>
              </a:spcAft>
              <a:buSzPts val="1600"/>
              <a:buChar char="•"/>
              <a:defRPr/>
            </a:lvl2pPr>
            <a:lvl3pPr marL="1371600" lvl="2" indent="-330200" rtl="0">
              <a:spcBef>
                <a:spcPts val="0"/>
              </a:spcBef>
              <a:spcAft>
                <a:spcPts val="0"/>
              </a:spcAft>
              <a:buSzPts val="1600"/>
              <a:buChar char="•"/>
              <a:defRPr/>
            </a:lvl3pPr>
            <a:lvl4pPr marL="1828800" lvl="3" indent="-330200" rtl="0">
              <a:spcBef>
                <a:spcPts val="0"/>
              </a:spcBef>
              <a:spcAft>
                <a:spcPts val="0"/>
              </a:spcAft>
              <a:buSzPts val="1600"/>
              <a:buChar char="•"/>
              <a:defRPr/>
            </a:lvl4pPr>
            <a:lvl5pPr marL="2286000" lvl="4" indent="-330200" rtl="0">
              <a:spcBef>
                <a:spcPts val="0"/>
              </a:spcBef>
              <a:spcAft>
                <a:spcPts val="0"/>
              </a:spcAft>
              <a:buSzPts val="1600"/>
              <a:buChar char="•"/>
              <a:defRPr/>
            </a:lvl5pPr>
            <a:lvl6pPr marL="2743200" lvl="5" indent="-330200" rtl="0">
              <a:spcBef>
                <a:spcPts val="0"/>
              </a:spcBef>
              <a:spcAft>
                <a:spcPts val="0"/>
              </a:spcAft>
              <a:buSzPts val="1600"/>
              <a:buChar char="•"/>
              <a:defRPr/>
            </a:lvl6pPr>
            <a:lvl7pPr marL="3200400" lvl="6" indent="-330200" rtl="0">
              <a:spcBef>
                <a:spcPts val="0"/>
              </a:spcBef>
              <a:spcAft>
                <a:spcPts val="0"/>
              </a:spcAft>
              <a:buSzPts val="1600"/>
              <a:buChar char="•"/>
              <a:defRPr/>
            </a:lvl7pPr>
            <a:lvl8pPr marL="3657600" lvl="7" indent="-330200" rtl="0">
              <a:spcBef>
                <a:spcPts val="0"/>
              </a:spcBef>
              <a:spcAft>
                <a:spcPts val="0"/>
              </a:spcAft>
              <a:buSzPts val="1600"/>
              <a:buChar char="•"/>
              <a:defRPr/>
            </a:lvl8pPr>
            <a:lvl9pPr marL="4114800" lvl="8" indent="-330200" rtl="0">
              <a:spcBef>
                <a:spcPts val="0"/>
              </a:spcBef>
              <a:spcAft>
                <a:spcPts val="0"/>
              </a:spcAft>
              <a:buSzPts val="1600"/>
              <a:buChar char="•"/>
              <a:defRPr/>
            </a:lvl9pPr>
          </a:lstStyle>
          <a:p>
            <a:endParaRPr/>
          </a:p>
        </p:txBody>
      </p:sp>
      <p:sp>
        <p:nvSpPr>
          <p:cNvPr id="19" name="Google Shape;19;p4"/>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38000256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ide Style">
  <p:cSld name="Side Style">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rot="-5400000">
            <a:off x="6675150" y="2679222"/>
            <a:ext cx="4114800" cy="365700"/>
          </a:xfrm>
          <a:prstGeom prst="rect">
            <a:avLst/>
          </a:prstGeom>
        </p:spPr>
        <p:txBody>
          <a:bodyPr spcFirstLastPara="1" wrap="square" lIns="45700" tIns="45700" rIns="45700" bIns="45700" anchor="ctr"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
        <p:nvSpPr>
          <p:cNvPr id="22" name="Google Shape;22;p5"/>
          <p:cNvSpPr txBox="1">
            <a:spLocks noGrp="1"/>
          </p:cNvSpPr>
          <p:nvPr>
            <p:ph type="body" idx="1"/>
          </p:nvPr>
        </p:nvSpPr>
        <p:spPr>
          <a:xfrm>
            <a:off x="228600" y="228600"/>
            <a:ext cx="8001000" cy="4690800"/>
          </a:xfrm>
          <a:prstGeom prst="rect">
            <a:avLst/>
          </a:prstGeom>
        </p:spPr>
        <p:txBody>
          <a:bodyPr spcFirstLastPara="1" wrap="square" lIns="45700" tIns="45700" rIns="45700" bIns="45700" anchor="t" anchorCtr="0">
            <a:noAutofit/>
          </a:bodyPr>
          <a:lstStyle>
            <a:lvl1pPr marL="457200" lvl="0" indent="-330200" rtl="0">
              <a:spcBef>
                <a:spcPts val="0"/>
              </a:spcBef>
              <a:spcAft>
                <a:spcPts val="0"/>
              </a:spcAft>
              <a:buSzPts val="1600"/>
              <a:buChar char="•"/>
              <a:defRPr/>
            </a:lvl1pPr>
            <a:lvl2pPr marL="914400" lvl="1" indent="-330200" rtl="0">
              <a:spcBef>
                <a:spcPts val="0"/>
              </a:spcBef>
              <a:spcAft>
                <a:spcPts val="0"/>
              </a:spcAft>
              <a:buSzPts val="1600"/>
              <a:buChar char="•"/>
              <a:defRPr/>
            </a:lvl2pPr>
            <a:lvl3pPr marL="1371600" lvl="2" indent="-330200" rtl="0">
              <a:spcBef>
                <a:spcPts val="0"/>
              </a:spcBef>
              <a:spcAft>
                <a:spcPts val="0"/>
              </a:spcAft>
              <a:buSzPts val="1600"/>
              <a:buChar char="•"/>
              <a:defRPr/>
            </a:lvl3pPr>
            <a:lvl4pPr marL="1828800" lvl="3" indent="-330200" rtl="0">
              <a:spcBef>
                <a:spcPts val="0"/>
              </a:spcBef>
              <a:spcAft>
                <a:spcPts val="0"/>
              </a:spcAft>
              <a:buSzPts val="1600"/>
              <a:buChar char="•"/>
              <a:defRPr/>
            </a:lvl4pPr>
            <a:lvl5pPr marL="2286000" lvl="4" indent="-330200" rtl="0">
              <a:spcBef>
                <a:spcPts val="0"/>
              </a:spcBef>
              <a:spcAft>
                <a:spcPts val="0"/>
              </a:spcAft>
              <a:buSzPts val="1600"/>
              <a:buChar char="•"/>
              <a:defRPr/>
            </a:lvl5pPr>
            <a:lvl6pPr marL="2743200" lvl="5" indent="-330200" rtl="0">
              <a:spcBef>
                <a:spcPts val="0"/>
              </a:spcBef>
              <a:spcAft>
                <a:spcPts val="0"/>
              </a:spcAft>
              <a:buSzPts val="1600"/>
              <a:buChar char="•"/>
              <a:defRPr/>
            </a:lvl6pPr>
            <a:lvl7pPr marL="3200400" lvl="6" indent="-330200" rtl="0">
              <a:spcBef>
                <a:spcPts val="0"/>
              </a:spcBef>
              <a:spcAft>
                <a:spcPts val="0"/>
              </a:spcAft>
              <a:buSzPts val="1600"/>
              <a:buChar char="•"/>
              <a:defRPr/>
            </a:lvl7pPr>
            <a:lvl8pPr marL="3657600" lvl="7" indent="-330200" rtl="0">
              <a:spcBef>
                <a:spcPts val="0"/>
              </a:spcBef>
              <a:spcAft>
                <a:spcPts val="0"/>
              </a:spcAft>
              <a:buSzPts val="1600"/>
              <a:buChar char="•"/>
              <a:defRPr/>
            </a:lvl8pPr>
            <a:lvl9pPr marL="4114800" lvl="8" indent="-330200" rtl="0">
              <a:spcBef>
                <a:spcPts val="0"/>
              </a:spcBef>
              <a:spcAft>
                <a:spcPts val="0"/>
              </a:spcAft>
              <a:buSzPts val="1600"/>
              <a:buChar char="•"/>
              <a:defRPr/>
            </a:lvl9pPr>
          </a:lstStyle>
          <a:p>
            <a:endParaRPr/>
          </a:p>
        </p:txBody>
      </p:sp>
      <p:sp>
        <p:nvSpPr>
          <p:cNvPr id="23" name="Google Shape;23;p5"/>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79051910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ide Style; Previously">
  <p:cSld name="Side Style; Previous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rot="-5400000">
            <a:off x="6675150" y="2679222"/>
            <a:ext cx="4114800" cy="365700"/>
          </a:xfrm>
          <a:prstGeom prst="rect">
            <a:avLst/>
          </a:prstGeom>
        </p:spPr>
        <p:txBody>
          <a:bodyPr spcFirstLastPara="1" wrap="square" lIns="45700" tIns="45700" rIns="45700" bIns="45700" anchor="ctr"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
        <p:nvSpPr>
          <p:cNvPr id="26" name="Google Shape;26;p6"/>
          <p:cNvSpPr txBox="1">
            <a:spLocks noGrp="1"/>
          </p:cNvSpPr>
          <p:nvPr>
            <p:ph type="body" idx="1"/>
          </p:nvPr>
        </p:nvSpPr>
        <p:spPr>
          <a:xfrm>
            <a:off x="228600" y="228600"/>
            <a:ext cx="8001000" cy="4690800"/>
          </a:xfrm>
          <a:prstGeom prst="rect">
            <a:avLst/>
          </a:prstGeom>
        </p:spPr>
        <p:txBody>
          <a:bodyPr spcFirstLastPara="1" wrap="square" lIns="45700" tIns="45700" rIns="45700" bIns="45700" anchor="t" anchorCtr="0">
            <a:noAutofit/>
          </a:bodyPr>
          <a:lstStyle>
            <a:lvl1pPr marL="457200" lvl="0" indent="-330200" rtl="0">
              <a:spcBef>
                <a:spcPts val="0"/>
              </a:spcBef>
              <a:spcAft>
                <a:spcPts val="0"/>
              </a:spcAft>
              <a:buSzPts val="1600"/>
              <a:buChar char="•"/>
              <a:defRPr/>
            </a:lvl1pPr>
            <a:lvl2pPr marL="914400" lvl="1" indent="-330200" rtl="0">
              <a:spcBef>
                <a:spcPts val="0"/>
              </a:spcBef>
              <a:spcAft>
                <a:spcPts val="0"/>
              </a:spcAft>
              <a:buSzPts val="1600"/>
              <a:buChar char="•"/>
              <a:defRPr/>
            </a:lvl2pPr>
            <a:lvl3pPr marL="1371600" lvl="2" indent="-330200" rtl="0">
              <a:spcBef>
                <a:spcPts val="0"/>
              </a:spcBef>
              <a:spcAft>
                <a:spcPts val="0"/>
              </a:spcAft>
              <a:buSzPts val="1600"/>
              <a:buChar char="•"/>
              <a:defRPr/>
            </a:lvl3pPr>
            <a:lvl4pPr marL="1828800" lvl="3" indent="-330200" rtl="0">
              <a:spcBef>
                <a:spcPts val="0"/>
              </a:spcBef>
              <a:spcAft>
                <a:spcPts val="0"/>
              </a:spcAft>
              <a:buSzPts val="1600"/>
              <a:buChar char="•"/>
              <a:defRPr/>
            </a:lvl4pPr>
            <a:lvl5pPr marL="2286000" lvl="4" indent="-330200" rtl="0">
              <a:spcBef>
                <a:spcPts val="0"/>
              </a:spcBef>
              <a:spcAft>
                <a:spcPts val="0"/>
              </a:spcAft>
              <a:buSzPts val="1600"/>
              <a:buChar char="•"/>
              <a:defRPr/>
            </a:lvl5pPr>
            <a:lvl6pPr marL="2743200" lvl="5" indent="-330200" rtl="0">
              <a:spcBef>
                <a:spcPts val="0"/>
              </a:spcBef>
              <a:spcAft>
                <a:spcPts val="0"/>
              </a:spcAft>
              <a:buSzPts val="1600"/>
              <a:buChar char="•"/>
              <a:defRPr/>
            </a:lvl6pPr>
            <a:lvl7pPr marL="3200400" lvl="6" indent="-330200" rtl="0">
              <a:spcBef>
                <a:spcPts val="0"/>
              </a:spcBef>
              <a:spcAft>
                <a:spcPts val="0"/>
              </a:spcAft>
              <a:buSzPts val="1600"/>
              <a:buChar char="•"/>
              <a:defRPr/>
            </a:lvl7pPr>
            <a:lvl8pPr marL="3657600" lvl="7" indent="-330200" rtl="0">
              <a:spcBef>
                <a:spcPts val="0"/>
              </a:spcBef>
              <a:spcAft>
                <a:spcPts val="0"/>
              </a:spcAft>
              <a:buSzPts val="1600"/>
              <a:buChar char="•"/>
              <a:defRPr/>
            </a:lvl8pPr>
            <a:lvl9pPr marL="4114800" lvl="8" indent="-330200" rtl="0">
              <a:spcBef>
                <a:spcPts val="0"/>
              </a:spcBef>
              <a:spcAft>
                <a:spcPts val="0"/>
              </a:spcAft>
              <a:buSzPts val="1600"/>
              <a:buChar char="•"/>
              <a:defRPr/>
            </a:lvl9pPr>
          </a:lstStyle>
          <a:p>
            <a:endParaRPr/>
          </a:p>
        </p:txBody>
      </p:sp>
      <p:sp>
        <p:nvSpPr>
          <p:cNvPr id="27" name="Google Shape;27;p6"/>
          <p:cNvSpPr txBox="1"/>
          <p:nvPr/>
        </p:nvSpPr>
        <p:spPr>
          <a:xfrm>
            <a:off x="7364400" y="146175"/>
            <a:ext cx="1551000" cy="31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rgbClr val="FF00FF"/>
                </a:solidFill>
                <a:latin typeface="Open Sans"/>
                <a:ea typeface="Open Sans"/>
                <a:cs typeface="Open Sans"/>
                <a:sym typeface="Open Sans"/>
              </a:rPr>
              <a:t>Previously…</a:t>
            </a:r>
            <a:endParaRPr sz="1800" b="1" i="1">
              <a:solidFill>
                <a:srgbClr val="FF00FF"/>
              </a:solidFill>
              <a:latin typeface="Open Sans"/>
              <a:ea typeface="Open Sans"/>
              <a:cs typeface="Open Sans"/>
              <a:sym typeface="Open Sans"/>
            </a:endParaRPr>
          </a:p>
        </p:txBody>
      </p:sp>
      <p:sp>
        <p:nvSpPr>
          <p:cNvPr id="28" name="Google Shape;28;p6"/>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8634343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rgbClr val="EAD1DC"/>
        </a:solidFill>
        <a:effectLst/>
      </p:bgPr>
    </p:bg>
    <p:spTree>
      <p:nvGrpSpPr>
        <p:cNvPr id="1" name="Shape 29"/>
        <p:cNvGrpSpPr/>
        <p:nvPr/>
      </p:nvGrpSpPr>
      <p:grpSpPr>
        <a:xfrm>
          <a:off x="0" y="0"/>
          <a:ext cx="0" cy="0"/>
          <a:chOff x="0" y="0"/>
          <a:chExt cx="0" cy="0"/>
        </a:xfrm>
      </p:grpSpPr>
      <p:sp>
        <p:nvSpPr>
          <p:cNvPr id="30" name="Google Shape;30;p7"/>
          <p:cNvSpPr txBox="1">
            <a:spLocks noGrp="1"/>
          </p:cNvSpPr>
          <p:nvPr>
            <p:ph type="title"/>
          </p:nvPr>
        </p:nvSpPr>
        <p:spPr>
          <a:xfrm>
            <a:off x="490250" y="450150"/>
            <a:ext cx="6367800" cy="4090800"/>
          </a:xfrm>
          <a:prstGeom prst="rect">
            <a:avLst/>
          </a:prstGeom>
        </p:spPr>
        <p:txBody>
          <a:bodyPr spcFirstLastPara="1" wrap="square" lIns="45700" tIns="45700" rIns="45700" bIns="45700" anchor="ctr" anchorCtr="0">
            <a:noAutofit/>
          </a:bodyPr>
          <a:lstStyle>
            <a:lvl1pPr lvl="0" rtl="0">
              <a:spcBef>
                <a:spcPts val="0"/>
              </a:spcBef>
              <a:spcAft>
                <a:spcPts val="0"/>
              </a:spcAft>
              <a:buSzPts val="3600"/>
              <a:buNone/>
              <a:defRPr sz="36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31" name="Google Shape;31;p7"/>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69738061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aption">
  <p:cSld name="Caption">
    <p:bg>
      <p:bgPr>
        <a:solidFill>
          <a:srgbClr val="EAD1DC"/>
        </a:solidFill>
        <a:effectLst/>
      </p:bgPr>
    </p:bg>
    <p:spTree>
      <p:nvGrpSpPr>
        <p:cNvPr id="1" name="Shape 32"/>
        <p:cNvGrpSpPr/>
        <p:nvPr/>
      </p:nvGrpSpPr>
      <p:grpSpPr>
        <a:xfrm>
          <a:off x="0" y="0"/>
          <a:ext cx="0" cy="0"/>
          <a:chOff x="0" y="0"/>
          <a:chExt cx="0" cy="0"/>
        </a:xfrm>
      </p:grpSpPr>
      <p:sp>
        <p:nvSpPr>
          <p:cNvPr id="33" name="Google Shape;33;p8"/>
          <p:cNvSpPr txBox="1">
            <a:spLocks noGrp="1"/>
          </p:cNvSpPr>
          <p:nvPr>
            <p:ph type="body" idx="1"/>
          </p:nvPr>
        </p:nvSpPr>
        <p:spPr>
          <a:xfrm>
            <a:off x="311700" y="4230575"/>
            <a:ext cx="5998800" cy="605100"/>
          </a:xfrm>
          <a:prstGeom prst="rect">
            <a:avLst/>
          </a:prstGeom>
        </p:spPr>
        <p:txBody>
          <a:bodyPr spcFirstLastPara="1" wrap="square" lIns="45700" tIns="45700" rIns="45700" bIns="45700" anchor="ctr" anchorCtr="0">
            <a:noAutofit/>
          </a:bodyPr>
          <a:lstStyle>
            <a:lvl1pPr marL="457200" lvl="0" indent="-228600" rtl="0">
              <a:lnSpc>
                <a:spcPct val="100000"/>
              </a:lnSpc>
              <a:spcBef>
                <a:spcPts val="0"/>
              </a:spcBef>
              <a:spcAft>
                <a:spcPts val="0"/>
              </a:spcAft>
              <a:buSzPts val="1600"/>
              <a:buNone/>
              <a:defRPr/>
            </a:lvl1pPr>
          </a:lstStyle>
          <a:p>
            <a:endParaRPr/>
          </a:p>
        </p:txBody>
      </p:sp>
      <p:sp>
        <p:nvSpPr>
          <p:cNvPr id="34" name="Google Shape;34;p8"/>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68267570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EAD1DC"/>
        </a:solidFill>
        <a:effectLst/>
      </p:bgPr>
    </p:bg>
    <p:spTree>
      <p:nvGrpSpPr>
        <p:cNvPr id="1" name="Shape 35"/>
        <p:cNvGrpSpPr/>
        <p:nvPr/>
      </p:nvGrpSpPr>
      <p:grpSpPr>
        <a:xfrm>
          <a:off x="0" y="0"/>
          <a:ext cx="0" cy="0"/>
          <a:chOff x="0" y="0"/>
          <a:chExt cx="0" cy="0"/>
        </a:xfrm>
      </p:grpSpPr>
      <p:sp>
        <p:nvSpPr>
          <p:cNvPr id="36" name="Google Shape;36;p9"/>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8318447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Worksheet Question 2">
  <p:cSld name="Worksheet Question 2">
    <p:spTree>
      <p:nvGrpSpPr>
        <p:cNvPr id="1" name="Shape 37"/>
        <p:cNvGrpSpPr/>
        <p:nvPr/>
      </p:nvGrpSpPr>
      <p:grpSpPr>
        <a:xfrm>
          <a:off x="0" y="0"/>
          <a:ext cx="0" cy="0"/>
          <a:chOff x="0" y="0"/>
          <a:chExt cx="0" cy="0"/>
        </a:xfrm>
      </p:grpSpPr>
      <p:sp>
        <p:nvSpPr>
          <p:cNvPr id="38" name="Google Shape;38;p10"/>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
        <p:nvSpPr>
          <p:cNvPr id="39" name="Google Shape;39;p10"/>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lvl1pPr marL="457200" lvl="0" indent="-330200" rtl="0">
              <a:spcBef>
                <a:spcPts val="0"/>
              </a:spcBef>
              <a:spcAft>
                <a:spcPts val="0"/>
              </a:spcAft>
              <a:buSzPts val="1600"/>
              <a:buChar char="•"/>
              <a:defRPr/>
            </a:lvl1pPr>
            <a:lvl2pPr marL="914400" lvl="1" indent="-330200" rtl="0">
              <a:spcBef>
                <a:spcPts val="0"/>
              </a:spcBef>
              <a:spcAft>
                <a:spcPts val="0"/>
              </a:spcAft>
              <a:buSzPts val="1600"/>
              <a:buChar char="•"/>
              <a:defRPr/>
            </a:lvl2pPr>
            <a:lvl3pPr marL="1371600" lvl="2" indent="-330200" rtl="0">
              <a:spcBef>
                <a:spcPts val="0"/>
              </a:spcBef>
              <a:spcAft>
                <a:spcPts val="0"/>
              </a:spcAft>
              <a:buSzPts val="1600"/>
              <a:buChar char="•"/>
              <a:defRPr/>
            </a:lvl3pPr>
            <a:lvl4pPr marL="1828800" lvl="3" indent="-330200" rtl="0">
              <a:spcBef>
                <a:spcPts val="0"/>
              </a:spcBef>
              <a:spcAft>
                <a:spcPts val="0"/>
              </a:spcAft>
              <a:buSzPts val="1600"/>
              <a:buChar char="•"/>
              <a:defRPr/>
            </a:lvl4pPr>
            <a:lvl5pPr marL="2286000" lvl="4" indent="-330200" rtl="0">
              <a:spcBef>
                <a:spcPts val="0"/>
              </a:spcBef>
              <a:spcAft>
                <a:spcPts val="0"/>
              </a:spcAft>
              <a:buSzPts val="1600"/>
              <a:buChar char="•"/>
              <a:defRPr/>
            </a:lvl5pPr>
            <a:lvl6pPr marL="2743200" lvl="5" indent="-330200" rtl="0">
              <a:spcBef>
                <a:spcPts val="0"/>
              </a:spcBef>
              <a:spcAft>
                <a:spcPts val="0"/>
              </a:spcAft>
              <a:buSzPts val="1600"/>
              <a:buChar char="•"/>
              <a:defRPr/>
            </a:lvl6pPr>
            <a:lvl7pPr marL="3200400" lvl="6" indent="-330200" rtl="0">
              <a:spcBef>
                <a:spcPts val="0"/>
              </a:spcBef>
              <a:spcAft>
                <a:spcPts val="0"/>
              </a:spcAft>
              <a:buSzPts val="1600"/>
              <a:buChar char="•"/>
              <a:defRPr/>
            </a:lvl7pPr>
            <a:lvl8pPr marL="3657600" lvl="7" indent="-330200" rtl="0">
              <a:spcBef>
                <a:spcPts val="0"/>
              </a:spcBef>
              <a:spcAft>
                <a:spcPts val="0"/>
              </a:spcAft>
              <a:buSzPts val="1600"/>
              <a:buChar char="•"/>
              <a:defRPr/>
            </a:lvl8pPr>
            <a:lvl9pPr marL="4114800" lvl="8" indent="-330200" rtl="0">
              <a:spcBef>
                <a:spcPts val="0"/>
              </a:spcBef>
              <a:spcAft>
                <a:spcPts val="0"/>
              </a:spcAft>
              <a:buSzPts val="1600"/>
              <a:buChar char="•"/>
              <a:defRPr/>
            </a:lvl9pPr>
          </a:lstStyle>
          <a:p>
            <a:endParaRPr/>
          </a:p>
        </p:txBody>
      </p:sp>
      <p:sp>
        <p:nvSpPr>
          <p:cNvPr id="40" name="Google Shape;40;p10"/>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6760534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Information 2">
  <p:cSld name="Information 2">
    <p:spTree>
      <p:nvGrpSpPr>
        <p:cNvPr id="1" name="Shape 41"/>
        <p:cNvGrpSpPr/>
        <p:nvPr/>
      </p:nvGrpSpPr>
      <p:grpSpPr>
        <a:xfrm>
          <a:off x="0" y="0"/>
          <a:ext cx="0" cy="0"/>
          <a:chOff x="0" y="0"/>
          <a:chExt cx="0" cy="0"/>
        </a:xfrm>
      </p:grpSpPr>
      <p:sp>
        <p:nvSpPr>
          <p:cNvPr id="42" name="Google Shape;42;p11"/>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
        <p:nvSpPr>
          <p:cNvPr id="43" name="Google Shape;43;p11"/>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lvl1pPr marL="457200" lvl="0" indent="-330200" rtl="0">
              <a:spcBef>
                <a:spcPts val="0"/>
              </a:spcBef>
              <a:spcAft>
                <a:spcPts val="0"/>
              </a:spcAft>
              <a:buSzPts val="1600"/>
              <a:buChar char="•"/>
              <a:defRPr/>
            </a:lvl1pPr>
            <a:lvl2pPr marL="914400" lvl="1" indent="-330200" rtl="0">
              <a:spcBef>
                <a:spcPts val="0"/>
              </a:spcBef>
              <a:spcAft>
                <a:spcPts val="0"/>
              </a:spcAft>
              <a:buSzPts val="1600"/>
              <a:buChar char="•"/>
              <a:defRPr/>
            </a:lvl2pPr>
            <a:lvl3pPr marL="1371600" lvl="2" indent="-330200" rtl="0">
              <a:spcBef>
                <a:spcPts val="0"/>
              </a:spcBef>
              <a:spcAft>
                <a:spcPts val="0"/>
              </a:spcAft>
              <a:buSzPts val="1600"/>
              <a:buChar char="•"/>
              <a:defRPr/>
            </a:lvl3pPr>
            <a:lvl4pPr marL="1828800" lvl="3" indent="-330200" rtl="0">
              <a:spcBef>
                <a:spcPts val="0"/>
              </a:spcBef>
              <a:spcAft>
                <a:spcPts val="0"/>
              </a:spcAft>
              <a:buSzPts val="1600"/>
              <a:buChar char="•"/>
              <a:defRPr/>
            </a:lvl4pPr>
            <a:lvl5pPr marL="2286000" lvl="4" indent="-330200" rtl="0">
              <a:spcBef>
                <a:spcPts val="0"/>
              </a:spcBef>
              <a:spcAft>
                <a:spcPts val="0"/>
              </a:spcAft>
              <a:buSzPts val="1600"/>
              <a:buChar char="•"/>
              <a:defRPr/>
            </a:lvl5pPr>
            <a:lvl6pPr marL="2743200" lvl="5" indent="-330200" rtl="0">
              <a:spcBef>
                <a:spcPts val="0"/>
              </a:spcBef>
              <a:spcAft>
                <a:spcPts val="0"/>
              </a:spcAft>
              <a:buSzPts val="1600"/>
              <a:buChar char="•"/>
              <a:defRPr/>
            </a:lvl6pPr>
            <a:lvl7pPr marL="3200400" lvl="6" indent="-330200" rtl="0">
              <a:spcBef>
                <a:spcPts val="0"/>
              </a:spcBef>
              <a:spcAft>
                <a:spcPts val="0"/>
              </a:spcAft>
              <a:buSzPts val="1600"/>
              <a:buChar char="•"/>
              <a:defRPr/>
            </a:lvl7pPr>
            <a:lvl8pPr marL="3657600" lvl="7" indent="-330200" rtl="0">
              <a:spcBef>
                <a:spcPts val="0"/>
              </a:spcBef>
              <a:spcAft>
                <a:spcPts val="0"/>
              </a:spcAft>
              <a:buSzPts val="1600"/>
              <a:buChar char="•"/>
              <a:defRPr/>
            </a:lvl8pPr>
            <a:lvl9pPr marL="4114800" lvl="8" indent="-330200" rtl="0">
              <a:spcBef>
                <a:spcPts val="0"/>
              </a:spcBef>
              <a:spcAft>
                <a:spcPts val="0"/>
              </a:spcAft>
              <a:buSzPts val="1600"/>
              <a:buChar char="•"/>
              <a:defRPr/>
            </a:lvl9pPr>
          </a:lstStyle>
          <a:p>
            <a:endParaRPr/>
          </a:p>
        </p:txBody>
      </p:sp>
      <p:sp>
        <p:nvSpPr>
          <p:cNvPr id="44" name="Google Shape;44;p11"/>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5405328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Information 2; Previously">
  <p:cSld name="Information 2; Previously">
    <p:spTree>
      <p:nvGrpSpPr>
        <p:cNvPr id="1" name="Shape 45"/>
        <p:cNvGrpSpPr/>
        <p:nvPr/>
      </p:nvGrpSpPr>
      <p:grpSpPr>
        <a:xfrm>
          <a:off x="0" y="0"/>
          <a:ext cx="0" cy="0"/>
          <a:chOff x="0" y="0"/>
          <a:chExt cx="0" cy="0"/>
        </a:xfrm>
      </p:grpSpPr>
      <p:sp>
        <p:nvSpPr>
          <p:cNvPr id="46" name="Google Shape;46;p12"/>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
        <p:nvSpPr>
          <p:cNvPr id="47" name="Google Shape;47;p12"/>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lvl1pPr marL="457200" lvl="0" indent="-330200" rtl="0">
              <a:spcBef>
                <a:spcPts val="0"/>
              </a:spcBef>
              <a:spcAft>
                <a:spcPts val="0"/>
              </a:spcAft>
              <a:buSzPts val="1600"/>
              <a:buChar char="•"/>
              <a:defRPr/>
            </a:lvl1pPr>
            <a:lvl2pPr marL="914400" lvl="1" indent="-330200" rtl="0">
              <a:spcBef>
                <a:spcPts val="0"/>
              </a:spcBef>
              <a:spcAft>
                <a:spcPts val="0"/>
              </a:spcAft>
              <a:buSzPts val="1600"/>
              <a:buChar char="•"/>
              <a:defRPr/>
            </a:lvl2pPr>
            <a:lvl3pPr marL="1371600" lvl="2" indent="-330200" rtl="0">
              <a:spcBef>
                <a:spcPts val="0"/>
              </a:spcBef>
              <a:spcAft>
                <a:spcPts val="0"/>
              </a:spcAft>
              <a:buSzPts val="1600"/>
              <a:buChar char="•"/>
              <a:defRPr/>
            </a:lvl3pPr>
            <a:lvl4pPr marL="1828800" lvl="3" indent="-330200" rtl="0">
              <a:spcBef>
                <a:spcPts val="0"/>
              </a:spcBef>
              <a:spcAft>
                <a:spcPts val="0"/>
              </a:spcAft>
              <a:buSzPts val="1600"/>
              <a:buChar char="•"/>
              <a:defRPr/>
            </a:lvl4pPr>
            <a:lvl5pPr marL="2286000" lvl="4" indent="-330200" rtl="0">
              <a:spcBef>
                <a:spcPts val="0"/>
              </a:spcBef>
              <a:spcAft>
                <a:spcPts val="0"/>
              </a:spcAft>
              <a:buSzPts val="1600"/>
              <a:buChar char="•"/>
              <a:defRPr/>
            </a:lvl5pPr>
            <a:lvl6pPr marL="2743200" lvl="5" indent="-330200" rtl="0">
              <a:spcBef>
                <a:spcPts val="0"/>
              </a:spcBef>
              <a:spcAft>
                <a:spcPts val="0"/>
              </a:spcAft>
              <a:buSzPts val="1600"/>
              <a:buChar char="•"/>
              <a:defRPr/>
            </a:lvl6pPr>
            <a:lvl7pPr marL="3200400" lvl="6" indent="-330200" rtl="0">
              <a:spcBef>
                <a:spcPts val="0"/>
              </a:spcBef>
              <a:spcAft>
                <a:spcPts val="0"/>
              </a:spcAft>
              <a:buSzPts val="1600"/>
              <a:buChar char="•"/>
              <a:defRPr/>
            </a:lvl7pPr>
            <a:lvl8pPr marL="3657600" lvl="7" indent="-330200" rtl="0">
              <a:spcBef>
                <a:spcPts val="0"/>
              </a:spcBef>
              <a:spcAft>
                <a:spcPts val="0"/>
              </a:spcAft>
              <a:buSzPts val="1600"/>
              <a:buChar char="•"/>
              <a:defRPr/>
            </a:lvl8pPr>
            <a:lvl9pPr marL="4114800" lvl="8" indent="-330200" rtl="0">
              <a:spcBef>
                <a:spcPts val="0"/>
              </a:spcBef>
              <a:spcAft>
                <a:spcPts val="0"/>
              </a:spcAft>
              <a:buSzPts val="1600"/>
              <a:buChar char="•"/>
              <a:defRPr/>
            </a:lvl9pPr>
          </a:lstStyle>
          <a:p>
            <a:endParaRPr/>
          </a:p>
        </p:txBody>
      </p:sp>
      <p:sp>
        <p:nvSpPr>
          <p:cNvPr id="48" name="Google Shape;48;p12"/>
          <p:cNvSpPr txBox="1"/>
          <p:nvPr/>
        </p:nvSpPr>
        <p:spPr>
          <a:xfrm>
            <a:off x="7364400" y="146175"/>
            <a:ext cx="1551000" cy="31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rgbClr val="FF00FF"/>
                </a:solidFill>
                <a:latin typeface="Open Sans"/>
                <a:ea typeface="Open Sans"/>
                <a:cs typeface="Open Sans"/>
                <a:sym typeface="Open Sans"/>
              </a:rPr>
              <a:t>Previously…</a:t>
            </a:r>
            <a:endParaRPr sz="1800" b="1" i="1">
              <a:solidFill>
                <a:srgbClr val="FF00FF"/>
              </a:solidFill>
              <a:latin typeface="Open Sans"/>
              <a:ea typeface="Open Sans"/>
              <a:cs typeface="Open Sans"/>
              <a:sym typeface="Open Sans"/>
            </a:endParaRPr>
          </a:p>
        </p:txBody>
      </p:sp>
      <p:sp>
        <p:nvSpPr>
          <p:cNvPr id="49" name="Google Shape;49;p12"/>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lvl1pPr lvl="0">
              <a:buNone/>
              <a:defRPr sz="1300">
                <a:solidFill>
                  <a:schemeClr val="dk2"/>
                </a:solidFill>
                <a:latin typeface="Open Sans"/>
                <a:ea typeface="Open Sans"/>
                <a:cs typeface="Open Sans"/>
                <a:sym typeface="Open Sans"/>
              </a:defRPr>
            </a:lvl1pPr>
            <a:lvl2pPr lvl="1">
              <a:buNone/>
              <a:defRPr sz="1300">
                <a:solidFill>
                  <a:schemeClr val="dk2"/>
                </a:solidFill>
                <a:latin typeface="Open Sans"/>
                <a:ea typeface="Open Sans"/>
                <a:cs typeface="Open Sans"/>
                <a:sym typeface="Open Sans"/>
              </a:defRPr>
            </a:lvl2pPr>
            <a:lvl3pPr lvl="2">
              <a:buNone/>
              <a:defRPr sz="1300">
                <a:solidFill>
                  <a:schemeClr val="dk2"/>
                </a:solidFill>
                <a:latin typeface="Open Sans"/>
                <a:ea typeface="Open Sans"/>
                <a:cs typeface="Open Sans"/>
                <a:sym typeface="Open Sans"/>
              </a:defRPr>
            </a:lvl3pPr>
            <a:lvl4pPr lvl="3">
              <a:buNone/>
              <a:defRPr sz="1300">
                <a:solidFill>
                  <a:schemeClr val="dk2"/>
                </a:solidFill>
                <a:latin typeface="Open Sans"/>
                <a:ea typeface="Open Sans"/>
                <a:cs typeface="Open Sans"/>
                <a:sym typeface="Open Sans"/>
              </a:defRPr>
            </a:lvl4pPr>
            <a:lvl5pPr lvl="4">
              <a:buNone/>
              <a:defRPr sz="1300">
                <a:solidFill>
                  <a:schemeClr val="dk2"/>
                </a:solidFill>
                <a:latin typeface="Open Sans"/>
                <a:ea typeface="Open Sans"/>
                <a:cs typeface="Open Sans"/>
                <a:sym typeface="Open Sans"/>
              </a:defRPr>
            </a:lvl5pPr>
            <a:lvl6pPr lvl="5">
              <a:buNone/>
              <a:defRPr sz="1300">
                <a:solidFill>
                  <a:schemeClr val="dk2"/>
                </a:solidFill>
                <a:latin typeface="Open Sans"/>
                <a:ea typeface="Open Sans"/>
                <a:cs typeface="Open Sans"/>
                <a:sym typeface="Open Sans"/>
              </a:defRPr>
            </a:lvl6pPr>
            <a:lvl7pPr lvl="6">
              <a:buNone/>
              <a:defRPr sz="1300">
                <a:solidFill>
                  <a:schemeClr val="dk2"/>
                </a:solidFill>
                <a:latin typeface="Open Sans"/>
                <a:ea typeface="Open Sans"/>
                <a:cs typeface="Open Sans"/>
                <a:sym typeface="Open Sans"/>
              </a:defRPr>
            </a:lvl7pPr>
            <a:lvl8pPr lvl="7">
              <a:buNone/>
              <a:defRPr sz="1300">
                <a:solidFill>
                  <a:schemeClr val="dk2"/>
                </a:solidFill>
                <a:latin typeface="Open Sans"/>
                <a:ea typeface="Open Sans"/>
                <a:cs typeface="Open Sans"/>
                <a:sym typeface="Open Sans"/>
              </a:defRPr>
            </a:lvl8pPr>
            <a:lvl9pPr lvl="8">
              <a:buNone/>
              <a:defRPr sz="13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788979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theme" Target="../theme/theme3.xml"/><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slideLayout" Target="../slideLayouts/slideLayout32.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49"/>
          <p:cNvSpPr txBox="1">
            <a:spLocks noGrp="1"/>
          </p:cNvSpPr>
          <p:nvPr>
            <p:ph type="title"/>
          </p:nvPr>
        </p:nvSpPr>
        <p:spPr>
          <a:xfrm rot="-5400000">
            <a:off x="6675150" y="2679222"/>
            <a:ext cx="4114800" cy="365700"/>
          </a:xfrm>
          <a:prstGeom prst="rect">
            <a:avLst/>
          </a:prstGeom>
          <a:noFill/>
          <a:ln>
            <a:noFill/>
          </a:ln>
        </p:spPr>
        <p:txBody>
          <a:bodyPr spcFirstLastPara="1" wrap="square" lIns="45700" tIns="45700" rIns="45700" bIns="45700" anchor="ctr" anchorCtr="0">
            <a:noAutofit/>
          </a:bodyPr>
          <a:lstStyle>
            <a:lvl1pPr marR="0" lvl="0"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1pPr>
            <a:lvl2pPr marR="0" lvl="1"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2pPr>
            <a:lvl3pPr marR="0" lvl="2"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3pPr>
            <a:lvl4pPr marR="0" lvl="3"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4pPr>
            <a:lvl5pPr marR="0" lvl="4"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5pPr>
            <a:lvl6pPr marR="0" lvl="5"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6pPr>
            <a:lvl7pPr marR="0" lvl="6"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7pPr>
            <a:lvl8pPr marR="0" lvl="7"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8pPr>
            <a:lvl9pPr marR="0" lvl="8" algn="l" rtl="0">
              <a:lnSpc>
                <a:spcPct val="100000"/>
              </a:lnSpc>
              <a:spcBef>
                <a:spcPts val="0"/>
              </a:spcBef>
              <a:spcAft>
                <a:spcPts val="0"/>
              </a:spcAft>
              <a:buClr>
                <a:schemeClr val="dk1"/>
              </a:buClr>
              <a:buSzPts val="2400"/>
              <a:buFont typeface="Encode Sans Condensed"/>
              <a:buNone/>
              <a:defRPr sz="2400" b="1" i="0" u="none" strike="noStrike" cap="none">
                <a:solidFill>
                  <a:schemeClr val="dk1"/>
                </a:solidFill>
                <a:latin typeface="Encode Sans Condensed"/>
                <a:ea typeface="Encode Sans Condensed"/>
                <a:cs typeface="Encode Sans Condensed"/>
                <a:sym typeface="Encode Sans Condensed"/>
              </a:defRPr>
            </a:lvl9pPr>
          </a:lstStyle>
          <a:p>
            <a:endParaRPr/>
          </a:p>
        </p:txBody>
      </p:sp>
      <p:sp>
        <p:nvSpPr>
          <p:cNvPr id="7" name="Google Shape;7;p49"/>
          <p:cNvSpPr txBox="1">
            <a:spLocks noGrp="1"/>
          </p:cNvSpPr>
          <p:nvPr>
            <p:ph type="body" idx="1"/>
          </p:nvPr>
        </p:nvSpPr>
        <p:spPr>
          <a:xfrm>
            <a:off x="228600" y="228600"/>
            <a:ext cx="8001000" cy="4690800"/>
          </a:xfrm>
          <a:prstGeom prst="rect">
            <a:avLst/>
          </a:prstGeom>
          <a:noFill/>
          <a:ln>
            <a:noFill/>
          </a:ln>
        </p:spPr>
        <p:txBody>
          <a:bodyPr spcFirstLastPara="1" wrap="square" lIns="45700" tIns="45700" rIns="45700" bIns="45700" anchor="t" anchorCtr="0">
            <a:noAutofit/>
          </a:bodyPr>
          <a:lstStyle>
            <a:lvl1pPr marL="457200" marR="0" lvl="0"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1pPr>
            <a:lvl2pPr marL="914400" marR="0" lvl="1"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2pPr>
            <a:lvl3pPr marL="1371600" marR="0" lvl="2"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3pPr>
            <a:lvl4pPr marL="1828800" marR="0" lvl="3"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4pPr>
            <a:lvl5pPr marL="2286000" marR="0" lvl="4"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5pPr>
            <a:lvl6pPr marL="2743200" marR="0" lvl="5"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6pPr>
            <a:lvl7pPr marL="3200400" marR="0" lvl="6"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7pPr>
            <a:lvl8pPr marL="3657600" marR="0" lvl="7"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8pPr>
            <a:lvl9pPr marL="4114800" marR="0" lvl="8"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9pPr>
          </a:lstStyle>
          <a:p>
            <a:endParaRPr/>
          </a:p>
        </p:txBody>
      </p:sp>
      <p:sp>
        <p:nvSpPr>
          <p:cNvPr id="8" name="Google Shape;8;p49"/>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1pPr>
            <a:lvl2pPr marL="0" marR="0" lvl="1"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2pPr>
            <a:lvl3pPr marL="0" marR="0" lvl="2"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3pPr>
            <a:lvl4pPr marL="0" marR="0" lvl="3"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4pPr>
            <a:lvl5pPr marL="0" marR="0" lvl="4"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5pPr>
            <a:lvl6pPr marL="0" marR="0" lvl="5"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6pPr>
            <a:lvl7pPr marL="0" marR="0" lvl="6"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7pPr>
            <a:lvl8pPr marL="0" marR="0" lvl="7"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8pPr>
            <a:lvl9pPr marL="0" marR="0" lvl="8" indent="0" algn="r" rtl="0">
              <a:lnSpc>
                <a:spcPct val="100000"/>
              </a:lnSpc>
              <a:spcBef>
                <a:spcPts val="0"/>
              </a:spcBef>
              <a:spcAft>
                <a:spcPts val="0"/>
              </a:spcAft>
              <a:buClr>
                <a:srgbClr val="000000"/>
              </a:buClr>
              <a:buSzPts val="4800"/>
              <a:buFont typeface="Arial"/>
              <a:buNone/>
              <a:defRPr sz="4800" b="1" i="0" u="none" strike="noStrike" cap="none">
                <a:solidFill>
                  <a:schemeClr val="dk1"/>
                </a:solidFill>
                <a:latin typeface="Encode Sans Condensed"/>
                <a:ea typeface="Encode Sans Condensed"/>
                <a:cs typeface="Encode Sans Condensed"/>
                <a:sym typeface="Encode Sans Condensed"/>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g320ca67c64f_0_409"/>
          <p:cNvSpPr txBox="1">
            <a:spLocks noGrp="1"/>
          </p:cNvSpPr>
          <p:nvPr>
            <p:ph type="title"/>
          </p:nvPr>
        </p:nvSpPr>
        <p:spPr>
          <a:xfrm rot="-5400000">
            <a:off x="6675150" y="2679222"/>
            <a:ext cx="4114800" cy="365700"/>
          </a:xfrm>
          <a:prstGeom prst="rect">
            <a:avLst/>
          </a:prstGeom>
          <a:noFill/>
          <a:ln>
            <a:noFill/>
          </a:ln>
        </p:spPr>
        <p:txBody>
          <a:bodyPr spcFirstLastPara="1" wrap="square" lIns="45700" tIns="45700" rIns="45700" bIns="45700" anchor="ctr" anchorCtr="0">
            <a:noAutofit/>
          </a:bodyPr>
          <a:lstStyle>
            <a:lvl1pPr lv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1pPr>
            <a:lvl2pPr lvl="1">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2pPr>
            <a:lvl3pPr lvl="2">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3pPr>
            <a:lvl4pPr lvl="3">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4pPr>
            <a:lvl5pPr lvl="4">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5pPr>
            <a:lvl6pPr lvl="5">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6pPr>
            <a:lvl7pPr lvl="6">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7pPr>
            <a:lvl8pPr lvl="7">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8pPr>
            <a:lvl9pPr lvl="8">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9pPr>
          </a:lstStyle>
          <a:p>
            <a:endParaRPr/>
          </a:p>
        </p:txBody>
      </p:sp>
      <p:sp>
        <p:nvSpPr>
          <p:cNvPr id="52" name="Google Shape;52;g320ca67c64f_0_409"/>
          <p:cNvSpPr txBox="1">
            <a:spLocks noGrp="1"/>
          </p:cNvSpPr>
          <p:nvPr>
            <p:ph type="body" idx="1"/>
          </p:nvPr>
        </p:nvSpPr>
        <p:spPr>
          <a:xfrm>
            <a:off x="228600" y="228600"/>
            <a:ext cx="8001000" cy="4690800"/>
          </a:xfrm>
          <a:prstGeom prst="rect">
            <a:avLst/>
          </a:prstGeom>
          <a:noFill/>
          <a:ln>
            <a:noFill/>
          </a:ln>
        </p:spPr>
        <p:txBody>
          <a:bodyPr spcFirstLastPara="1" wrap="square" lIns="45700" tIns="45700" rIns="45700" bIns="45700" anchor="t" anchorCtr="0">
            <a:noAutofit/>
          </a:bodyPr>
          <a:lstStyle>
            <a:lvl1pPr marL="457200" lvl="0"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1pPr>
            <a:lvl2pPr marL="914400" lvl="1"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2pPr>
            <a:lvl3pPr marL="1371600" lvl="2"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3pPr>
            <a:lvl4pPr marL="1828800" lvl="3"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4pPr>
            <a:lvl5pPr marL="2286000" lvl="4"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5pPr>
            <a:lvl6pPr marL="2743200" lvl="5"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6pPr>
            <a:lvl7pPr marL="3200400" lvl="6"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7pPr>
            <a:lvl8pPr marL="3657600" lvl="7"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8pPr>
            <a:lvl9pPr marL="4114800" lvl="8" indent="-33020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9pPr>
          </a:lstStyle>
          <a:p>
            <a:endParaRPr/>
          </a:p>
        </p:txBody>
      </p:sp>
      <p:sp>
        <p:nvSpPr>
          <p:cNvPr id="53" name="Google Shape;53;g320ca67c64f_0_409"/>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lvl1pPr lvl="0" algn="r">
              <a:buNone/>
              <a:defRPr sz="4800" b="1">
                <a:solidFill>
                  <a:schemeClr val="dk1"/>
                </a:solidFill>
                <a:latin typeface="Encode Sans Condensed"/>
                <a:ea typeface="Encode Sans Condensed"/>
                <a:cs typeface="Encode Sans Condensed"/>
                <a:sym typeface="Encode Sans Condensed"/>
              </a:defRPr>
            </a:lvl1pPr>
            <a:lvl2pPr lvl="1" algn="r">
              <a:buNone/>
              <a:defRPr sz="4800" b="1">
                <a:solidFill>
                  <a:schemeClr val="dk1"/>
                </a:solidFill>
                <a:latin typeface="Encode Sans Condensed"/>
                <a:ea typeface="Encode Sans Condensed"/>
                <a:cs typeface="Encode Sans Condensed"/>
                <a:sym typeface="Encode Sans Condensed"/>
              </a:defRPr>
            </a:lvl2pPr>
            <a:lvl3pPr lvl="2" algn="r">
              <a:buNone/>
              <a:defRPr sz="4800" b="1">
                <a:solidFill>
                  <a:schemeClr val="dk1"/>
                </a:solidFill>
                <a:latin typeface="Encode Sans Condensed"/>
                <a:ea typeface="Encode Sans Condensed"/>
                <a:cs typeface="Encode Sans Condensed"/>
                <a:sym typeface="Encode Sans Condensed"/>
              </a:defRPr>
            </a:lvl3pPr>
            <a:lvl4pPr lvl="3" algn="r">
              <a:buNone/>
              <a:defRPr sz="4800" b="1">
                <a:solidFill>
                  <a:schemeClr val="dk1"/>
                </a:solidFill>
                <a:latin typeface="Encode Sans Condensed"/>
                <a:ea typeface="Encode Sans Condensed"/>
                <a:cs typeface="Encode Sans Condensed"/>
                <a:sym typeface="Encode Sans Condensed"/>
              </a:defRPr>
            </a:lvl4pPr>
            <a:lvl5pPr lvl="4" algn="r">
              <a:buNone/>
              <a:defRPr sz="4800" b="1">
                <a:solidFill>
                  <a:schemeClr val="dk1"/>
                </a:solidFill>
                <a:latin typeface="Encode Sans Condensed"/>
                <a:ea typeface="Encode Sans Condensed"/>
                <a:cs typeface="Encode Sans Condensed"/>
                <a:sym typeface="Encode Sans Condensed"/>
              </a:defRPr>
            </a:lvl5pPr>
            <a:lvl6pPr lvl="5" algn="r">
              <a:buNone/>
              <a:defRPr sz="4800" b="1">
                <a:solidFill>
                  <a:schemeClr val="dk1"/>
                </a:solidFill>
                <a:latin typeface="Encode Sans Condensed"/>
                <a:ea typeface="Encode Sans Condensed"/>
                <a:cs typeface="Encode Sans Condensed"/>
                <a:sym typeface="Encode Sans Condensed"/>
              </a:defRPr>
            </a:lvl6pPr>
            <a:lvl7pPr lvl="6" algn="r">
              <a:buNone/>
              <a:defRPr sz="4800" b="1">
                <a:solidFill>
                  <a:schemeClr val="dk1"/>
                </a:solidFill>
                <a:latin typeface="Encode Sans Condensed"/>
                <a:ea typeface="Encode Sans Condensed"/>
                <a:cs typeface="Encode Sans Condensed"/>
                <a:sym typeface="Encode Sans Condensed"/>
              </a:defRPr>
            </a:lvl7pPr>
            <a:lvl8pPr lvl="7" algn="r">
              <a:buNone/>
              <a:defRPr sz="4800" b="1">
                <a:solidFill>
                  <a:schemeClr val="dk1"/>
                </a:solidFill>
                <a:latin typeface="Encode Sans Condensed"/>
                <a:ea typeface="Encode Sans Condensed"/>
                <a:cs typeface="Encode Sans Condensed"/>
                <a:sym typeface="Encode Sans Condensed"/>
              </a:defRPr>
            </a:lvl8pPr>
            <a:lvl9pPr lvl="8" algn="r">
              <a:buNone/>
              <a:defRPr sz="4800" b="1">
                <a:solidFill>
                  <a:schemeClr val="dk1"/>
                </a:solidFill>
                <a:latin typeface="Encode Sans Condensed"/>
                <a:ea typeface="Encode Sans Condensed"/>
                <a:cs typeface="Encode Sans Condensed"/>
                <a:sym typeface="Encode Sans Condensed"/>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1"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rot="-5400000">
            <a:off x="6675150" y="2679222"/>
            <a:ext cx="4114800" cy="365700"/>
          </a:xfrm>
          <a:prstGeom prst="rect">
            <a:avLst/>
          </a:prstGeom>
          <a:noFill/>
          <a:ln>
            <a:noFill/>
          </a:ln>
        </p:spPr>
        <p:txBody>
          <a:bodyPr spcFirstLastPara="1" wrap="square" lIns="45700" tIns="45700" rIns="45700" bIns="45700" anchor="ctr" anchorCtr="0">
            <a:noAutofit/>
          </a:bodyPr>
          <a:lstStyle>
            <a:lvl1pPr lvl="0"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1pPr>
            <a:lvl2pPr lvl="1"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2pPr>
            <a:lvl3pPr lvl="2"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3pPr>
            <a:lvl4pPr lvl="3"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4pPr>
            <a:lvl5pPr lvl="4"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5pPr>
            <a:lvl6pPr lvl="5"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6pPr>
            <a:lvl7pPr lvl="6"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7pPr>
            <a:lvl8pPr lvl="7"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8pPr>
            <a:lvl9pPr lvl="8" rtl="0">
              <a:spcBef>
                <a:spcPts val="0"/>
              </a:spcBef>
              <a:spcAft>
                <a:spcPts val="0"/>
              </a:spcAft>
              <a:buClr>
                <a:schemeClr val="dk1"/>
              </a:buClr>
              <a:buSzPts val="2400"/>
              <a:buFont typeface="Encode Sans Condensed"/>
              <a:buNone/>
              <a:defRPr sz="2400" b="1">
                <a:solidFill>
                  <a:schemeClr val="dk1"/>
                </a:solidFill>
                <a:latin typeface="Encode Sans Condensed"/>
                <a:ea typeface="Encode Sans Condensed"/>
                <a:cs typeface="Encode Sans Condensed"/>
                <a:sym typeface="Encode Sans Condensed"/>
              </a:defRPr>
            </a:lvl9pPr>
          </a:lstStyle>
          <a:p>
            <a:endParaRPr/>
          </a:p>
        </p:txBody>
      </p:sp>
      <p:sp>
        <p:nvSpPr>
          <p:cNvPr id="7" name="Google Shape;7;p1"/>
          <p:cNvSpPr txBox="1">
            <a:spLocks noGrp="1"/>
          </p:cNvSpPr>
          <p:nvPr>
            <p:ph type="body" idx="1"/>
          </p:nvPr>
        </p:nvSpPr>
        <p:spPr>
          <a:xfrm>
            <a:off x="228600" y="228600"/>
            <a:ext cx="8001000" cy="4690800"/>
          </a:xfrm>
          <a:prstGeom prst="rect">
            <a:avLst/>
          </a:prstGeom>
          <a:noFill/>
          <a:ln>
            <a:noFill/>
          </a:ln>
        </p:spPr>
        <p:txBody>
          <a:bodyPr spcFirstLastPara="1" wrap="square" lIns="45700" tIns="45700" rIns="45700" bIns="45700" anchor="t" anchorCtr="0">
            <a:noAutofit/>
          </a:bodyPr>
          <a:lstStyle>
            <a:lvl1pPr marL="457200" lvl="0"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1pPr>
            <a:lvl2pPr marL="914400" lvl="1"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2pPr>
            <a:lvl3pPr marL="1371600" lvl="2"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3pPr>
            <a:lvl4pPr marL="1828800" lvl="3"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4pPr>
            <a:lvl5pPr marL="2286000" lvl="4"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5pPr>
            <a:lvl6pPr marL="2743200" lvl="5"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6pPr>
            <a:lvl7pPr marL="3200400" lvl="6"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7pPr>
            <a:lvl8pPr marL="3657600" lvl="7"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8pPr>
            <a:lvl9pPr marL="4114800" lvl="8" indent="-330200" rtl="0">
              <a:lnSpc>
                <a:spcPct val="115000"/>
              </a:lnSpc>
              <a:spcBef>
                <a:spcPts val="0"/>
              </a:spcBef>
              <a:spcAft>
                <a:spcPts val="0"/>
              </a:spcAft>
              <a:buClr>
                <a:schemeClr val="dk2"/>
              </a:buClr>
              <a:buSzPts val="1600"/>
              <a:buFont typeface="Open Sans"/>
              <a:buChar char="•"/>
              <a:defRPr sz="1600">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lvl1pPr lvl="0" algn="r" rtl="0">
              <a:buNone/>
              <a:defRPr sz="4800" b="1">
                <a:solidFill>
                  <a:schemeClr val="dk1"/>
                </a:solidFill>
                <a:latin typeface="Encode Sans Condensed"/>
                <a:ea typeface="Encode Sans Condensed"/>
                <a:cs typeface="Encode Sans Condensed"/>
                <a:sym typeface="Encode Sans Condensed"/>
              </a:defRPr>
            </a:lvl1pPr>
            <a:lvl2pPr lvl="1" algn="r" rtl="0">
              <a:buNone/>
              <a:defRPr sz="4800" b="1">
                <a:solidFill>
                  <a:schemeClr val="dk1"/>
                </a:solidFill>
                <a:latin typeface="Encode Sans Condensed"/>
                <a:ea typeface="Encode Sans Condensed"/>
                <a:cs typeface="Encode Sans Condensed"/>
                <a:sym typeface="Encode Sans Condensed"/>
              </a:defRPr>
            </a:lvl2pPr>
            <a:lvl3pPr lvl="2" algn="r" rtl="0">
              <a:buNone/>
              <a:defRPr sz="4800" b="1">
                <a:solidFill>
                  <a:schemeClr val="dk1"/>
                </a:solidFill>
                <a:latin typeface="Encode Sans Condensed"/>
                <a:ea typeface="Encode Sans Condensed"/>
                <a:cs typeface="Encode Sans Condensed"/>
                <a:sym typeface="Encode Sans Condensed"/>
              </a:defRPr>
            </a:lvl3pPr>
            <a:lvl4pPr lvl="3" algn="r" rtl="0">
              <a:buNone/>
              <a:defRPr sz="4800" b="1">
                <a:solidFill>
                  <a:schemeClr val="dk1"/>
                </a:solidFill>
                <a:latin typeface="Encode Sans Condensed"/>
                <a:ea typeface="Encode Sans Condensed"/>
                <a:cs typeface="Encode Sans Condensed"/>
                <a:sym typeface="Encode Sans Condensed"/>
              </a:defRPr>
            </a:lvl4pPr>
            <a:lvl5pPr lvl="4" algn="r" rtl="0">
              <a:buNone/>
              <a:defRPr sz="4800" b="1">
                <a:solidFill>
                  <a:schemeClr val="dk1"/>
                </a:solidFill>
                <a:latin typeface="Encode Sans Condensed"/>
                <a:ea typeface="Encode Sans Condensed"/>
                <a:cs typeface="Encode Sans Condensed"/>
                <a:sym typeface="Encode Sans Condensed"/>
              </a:defRPr>
            </a:lvl5pPr>
            <a:lvl6pPr lvl="5" algn="r" rtl="0">
              <a:buNone/>
              <a:defRPr sz="4800" b="1">
                <a:solidFill>
                  <a:schemeClr val="dk1"/>
                </a:solidFill>
                <a:latin typeface="Encode Sans Condensed"/>
                <a:ea typeface="Encode Sans Condensed"/>
                <a:cs typeface="Encode Sans Condensed"/>
                <a:sym typeface="Encode Sans Condensed"/>
              </a:defRPr>
            </a:lvl6pPr>
            <a:lvl7pPr lvl="6" algn="r" rtl="0">
              <a:buNone/>
              <a:defRPr sz="4800" b="1">
                <a:solidFill>
                  <a:schemeClr val="dk1"/>
                </a:solidFill>
                <a:latin typeface="Encode Sans Condensed"/>
                <a:ea typeface="Encode Sans Condensed"/>
                <a:cs typeface="Encode Sans Condensed"/>
                <a:sym typeface="Encode Sans Condensed"/>
              </a:defRPr>
            </a:lvl7pPr>
            <a:lvl8pPr lvl="7" algn="r" rtl="0">
              <a:buNone/>
              <a:defRPr sz="4800" b="1">
                <a:solidFill>
                  <a:schemeClr val="dk1"/>
                </a:solidFill>
                <a:latin typeface="Encode Sans Condensed"/>
                <a:ea typeface="Encode Sans Condensed"/>
                <a:cs typeface="Encode Sans Condensed"/>
                <a:sym typeface="Encode Sans Condensed"/>
              </a:defRPr>
            </a:lvl8pPr>
            <a:lvl9pPr lvl="8" algn="r" rtl="0">
              <a:buNone/>
              <a:defRPr sz="4800" b="1">
                <a:solidFill>
                  <a:schemeClr val="dk1"/>
                </a:solidFill>
                <a:latin typeface="Encode Sans Condensed"/>
                <a:ea typeface="Encode Sans Condensed"/>
                <a:cs typeface="Encode Sans Condensed"/>
                <a:sym typeface="Encode Sans Condensed"/>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5198710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0.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2">
            <a:extLst>
              <a:ext uri="{C183D7F6-B498-43B3-948B-1728B52AA6E4}">
                <adec:decorative xmlns:adec="http://schemas.microsoft.com/office/drawing/2017/decorative" val="0"/>
              </a:ext>
            </a:extLst>
          </p:cNvPr>
          <p:cNvSpPr txBox="1">
            <a:spLocks noGrp="1"/>
          </p:cNvSpPr>
          <p:nvPr>
            <p:ph type="ctrTitle"/>
          </p:nvPr>
        </p:nvSpPr>
        <p:spPr>
          <a:xfrm>
            <a:off x="311708" y="744575"/>
            <a:ext cx="8520600" cy="2052600"/>
          </a:xfrm>
          <a:prstGeom prst="rect">
            <a:avLst/>
          </a:prstGeom>
          <a:noFill/>
          <a:ln>
            <a:noFill/>
          </a:ln>
        </p:spPr>
        <p:txBody>
          <a:bodyPr spcFirstLastPara="1" wrap="square" lIns="45700" tIns="45700" rIns="45700" bIns="45700" anchor="b" anchorCtr="0">
            <a:noAutofit/>
          </a:bodyPr>
          <a:lstStyle/>
          <a:p>
            <a:pPr marL="0" lvl="0" indent="0" algn="ctr" rtl="0">
              <a:lnSpc>
                <a:spcPct val="100000"/>
              </a:lnSpc>
              <a:spcBef>
                <a:spcPts val="0"/>
              </a:spcBef>
              <a:spcAft>
                <a:spcPts val="0"/>
              </a:spcAft>
              <a:buSzPts val="5200"/>
              <a:buNone/>
            </a:pPr>
            <a:r>
              <a:rPr lang="en"/>
              <a:t>Welcome to Intro to Programming! (IT-CS 115)</a:t>
            </a:r>
            <a:endParaRPr/>
          </a:p>
        </p:txBody>
      </p:sp>
      <p:sp>
        <p:nvSpPr>
          <p:cNvPr id="108" name="Google Shape;108;p2">
            <a:extLst>
              <a:ext uri="{C183D7F6-B498-43B3-948B-1728B52AA6E4}">
                <adec:decorative xmlns:adec="http://schemas.microsoft.com/office/drawing/2017/decorative" val="0"/>
              </a:ext>
            </a:extLst>
          </p:cNvPr>
          <p:cNvSpPr txBox="1">
            <a:spLocks noGrp="1"/>
          </p:cNvSpPr>
          <p:nvPr>
            <p:ph type="subTitle" idx="1"/>
          </p:nvPr>
        </p:nvSpPr>
        <p:spPr>
          <a:xfrm>
            <a:off x="311700" y="2834125"/>
            <a:ext cx="8520600" cy="792600"/>
          </a:xfrm>
          <a:prstGeom prst="rect">
            <a:avLst/>
          </a:prstGeom>
          <a:noFill/>
          <a:ln>
            <a:noFill/>
          </a:ln>
        </p:spPr>
        <p:txBody>
          <a:bodyPr spcFirstLastPara="1" wrap="square" lIns="45700" tIns="45700" rIns="45700" bIns="45700" anchor="t" anchorCtr="0">
            <a:noAutofit/>
          </a:bodyPr>
          <a:lstStyle/>
          <a:p>
            <a:pPr marL="0" lvl="0" indent="0" algn="ctr" rtl="0">
              <a:lnSpc>
                <a:spcPct val="100000"/>
              </a:lnSpc>
              <a:spcBef>
                <a:spcPts val="0"/>
              </a:spcBef>
              <a:spcAft>
                <a:spcPts val="0"/>
              </a:spcAft>
              <a:buSzPts val="2800"/>
              <a:buNone/>
            </a:pPr>
            <a:r>
              <a:rPr lang="en"/>
              <a:t>Anna Batra</a:t>
            </a:r>
            <a:endParaRPr/>
          </a:p>
        </p:txBody>
      </p:sp>
      <p:pic>
        <p:nvPicPr>
          <p:cNvPr id="109" name="Google Shape;109;p2">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6786894" y="3626725"/>
            <a:ext cx="2275675" cy="1483475"/>
          </a:xfrm>
          <a:prstGeom prst="rect">
            <a:avLst/>
          </a:prstGeom>
          <a:noFill/>
          <a:ln>
            <a:noFill/>
          </a:ln>
        </p:spPr>
      </p:pic>
      <p:pic>
        <p:nvPicPr>
          <p:cNvPr id="110" name="Google Shape;110;p2">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3875" y="3663675"/>
            <a:ext cx="2766851" cy="1383425"/>
          </a:xfrm>
          <a:prstGeom prst="rect">
            <a:avLst/>
          </a:prstGeom>
          <a:noFill/>
          <a:ln>
            <a:noFill/>
          </a:ln>
        </p:spPr>
      </p:pic>
      <p:sp>
        <p:nvSpPr>
          <p:cNvPr id="111" name="Google Shape;111;p2"/>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1300"/>
              <a:buNone/>
            </a:pPr>
            <a:fld id="{00000000-1234-1234-1234-123412341234}" type="slidenum">
              <a:rPr lang="en"/>
              <a:t>1</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2" name="Google Shape;72;p15"/>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p>
            <a:pPr marL="0" lvl="0" indent="0" algn="l" rtl="0">
              <a:spcBef>
                <a:spcPts val="0"/>
              </a:spcBef>
              <a:spcAft>
                <a:spcPts val="0"/>
              </a:spcAft>
              <a:buNone/>
            </a:pPr>
            <a:r>
              <a:rPr lang="en"/>
              <a:t>Who am I?</a:t>
            </a:r>
            <a:endParaRPr/>
          </a:p>
        </p:txBody>
      </p:sp>
      <p:pic>
        <p:nvPicPr>
          <p:cNvPr id="71" name="Google Shape;71;p15">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6126650" y="3744125"/>
            <a:ext cx="1735575" cy="1347635"/>
          </a:xfrm>
          <a:prstGeom prst="rect">
            <a:avLst/>
          </a:prstGeom>
          <a:noFill/>
          <a:ln>
            <a:noFill/>
          </a:ln>
        </p:spPr>
      </p:pic>
      <p:sp>
        <p:nvSpPr>
          <p:cNvPr id="73" name="Google Shape;73;p15"/>
          <p:cNvSpPr txBox="1">
            <a:spLocks noGrp="1"/>
          </p:cNvSpPr>
          <p:nvPr>
            <p:ph type="body" idx="1"/>
          </p:nvPr>
        </p:nvSpPr>
        <p:spPr>
          <a:xfrm>
            <a:off x="228600" y="594300"/>
            <a:ext cx="8682000" cy="4233600"/>
          </a:xfrm>
          <a:prstGeom prst="rect">
            <a:avLst/>
          </a:prstGeom>
        </p:spPr>
        <p:txBody>
          <a:bodyPr spcFirstLastPara="1" wrap="square" lIns="45700" tIns="45700" rIns="45700" bIns="45700" anchor="t" anchorCtr="0">
            <a:noAutofit/>
          </a:bodyPr>
          <a:lstStyle/>
          <a:p>
            <a:pPr marL="0" indent="0">
              <a:lnSpc>
                <a:spcPct val="100000"/>
              </a:lnSpc>
              <a:buNone/>
            </a:pPr>
            <a:r>
              <a:rPr lang="en" sz="1400" b="1" dirty="0"/>
              <a:t>You can address me as </a:t>
            </a:r>
            <a:r>
              <a:rPr lang="en" sz="1400" b="1" u="sng" dirty="0"/>
              <a:t>Anna </a:t>
            </a:r>
            <a:r>
              <a:rPr lang="en-US" sz="1400" dirty="0">
                <a:solidFill>
                  <a:srgbClr val="000000"/>
                </a:solidFill>
              </a:rPr>
              <a:t>(Or Prof Anna/ Prof Batra if you prefer! Pls no </a:t>
            </a:r>
            <a:r>
              <a:rPr lang="en-US" sz="1400" dirty="0" err="1">
                <a:solidFill>
                  <a:srgbClr val="000000"/>
                </a:solidFill>
              </a:rPr>
              <a:t>Ms</a:t>
            </a:r>
            <a:r>
              <a:rPr lang="en-US" sz="1400" dirty="0">
                <a:solidFill>
                  <a:srgbClr val="000000"/>
                </a:solidFill>
              </a:rPr>
              <a:t>/</a:t>
            </a:r>
            <a:r>
              <a:rPr lang="en-US" sz="1400" dirty="0" err="1">
                <a:solidFill>
                  <a:srgbClr val="000000"/>
                </a:solidFill>
              </a:rPr>
              <a:t>Mrs</a:t>
            </a:r>
            <a:r>
              <a:rPr lang="en-US" sz="1400" dirty="0">
                <a:solidFill>
                  <a:srgbClr val="000000"/>
                </a:solidFill>
              </a:rPr>
              <a:t>!)</a:t>
            </a:r>
            <a:endParaRPr sz="1400" b="1" dirty="0"/>
          </a:p>
          <a:p>
            <a:pPr marL="457200" lvl="0" indent="-317500" algn="l" rtl="0">
              <a:lnSpc>
                <a:spcPct val="100000"/>
              </a:lnSpc>
              <a:spcBef>
                <a:spcPts val="1200"/>
              </a:spcBef>
              <a:spcAft>
                <a:spcPts val="0"/>
              </a:spcAft>
              <a:buSzPts val="1400"/>
              <a:buChar char="•"/>
            </a:pPr>
            <a:r>
              <a:rPr lang="en" sz="1400" dirty="0"/>
              <a:t>International Phonetic Alphabet (IPA) pronunciation: [ɑnə]</a:t>
            </a:r>
            <a:endParaRPr sz="1400" dirty="0"/>
          </a:p>
          <a:p>
            <a:pPr marL="457200" lvl="0" indent="-317500" algn="l" rtl="0">
              <a:lnSpc>
                <a:spcPct val="100000"/>
              </a:lnSpc>
              <a:spcBef>
                <a:spcPts val="0"/>
              </a:spcBef>
              <a:spcAft>
                <a:spcPts val="0"/>
              </a:spcAft>
              <a:buSzPts val="1400"/>
              <a:buChar char="•"/>
            </a:pPr>
            <a:r>
              <a:rPr lang="en" sz="1400" dirty="0"/>
              <a:t>Or if you’ve watched the movie Frozen, it’s the same Anna!</a:t>
            </a:r>
          </a:p>
          <a:p>
            <a:pPr marL="457200" lvl="0" indent="-317500" algn="l" rtl="0">
              <a:lnSpc>
                <a:spcPct val="100000"/>
              </a:lnSpc>
              <a:spcBef>
                <a:spcPts val="0"/>
              </a:spcBef>
              <a:spcAft>
                <a:spcPts val="0"/>
              </a:spcAft>
              <a:buSzPts val="1400"/>
              <a:buChar char="•"/>
            </a:pPr>
            <a:r>
              <a:rPr lang="en" sz="1400" dirty="0"/>
              <a:t>IT-CS Full Time Tenure Track Faculty</a:t>
            </a:r>
            <a:endParaRPr sz="1400" dirty="0"/>
          </a:p>
          <a:p>
            <a:pPr marL="0" lvl="0" indent="0" algn="l" rtl="0">
              <a:lnSpc>
                <a:spcPct val="100000"/>
              </a:lnSpc>
              <a:spcBef>
                <a:spcPts val="1200"/>
              </a:spcBef>
              <a:spcAft>
                <a:spcPts val="0"/>
              </a:spcAft>
              <a:buNone/>
            </a:pPr>
            <a:r>
              <a:rPr lang="en" sz="1400" u="sng" dirty="0"/>
              <a:t>Past Experience</a:t>
            </a:r>
            <a:endParaRPr sz="1400" u="sng" dirty="0"/>
          </a:p>
          <a:p>
            <a:pPr marL="457200" lvl="0" indent="-317500" algn="l" rtl="0">
              <a:lnSpc>
                <a:spcPct val="100000"/>
              </a:lnSpc>
              <a:spcBef>
                <a:spcPts val="1200"/>
              </a:spcBef>
              <a:spcAft>
                <a:spcPts val="0"/>
              </a:spcAft>
              <a:buSzPts val="1400"/>
              <a:buChar char="•"/>
            </a:pPr>
            <a:r>
              <a:rPr lang="en" sz="1400" dirty="0"/>
              <a:t>IT-CS 115, 142, 143, 265</a:t>
            </a:r>
            <a:endParaRPr sz="1400" dirty="0"/>
          </a:p>
          <a:p>
            <a:pPr marL="457200" lvl="0" indent="-317500" algn="l" rtl="0">
              <a:lnSpc>
                <a:spcPct val="100000"/>
              </a:lnSpc>
              <a:spcBef>
                <a:spcPts val="0"/>
              </a:spcBef>
              <a:spcAft>
                <a:spcPts val="0"/>
              </a:spcAft>
              <a:buSzPts val="1400"/>
              <a:buChar char="•"/>
            </a:pPr>
            <a:r>
              <a:rPr lang="en" sz="1400" dirty="0"/>
              <a:t>Data Structures &amp; Algorithms Instructor (UW Seattle - CSE Department)</a:t>
            </a:r>
            <a:endParaRPr sz="1400" dirty="0"/>
          </a:p>
          <a:p>
            <a:pPr marL="457200" lvl="0" indent="-317500" algn="l" rtl="0">
              <a:lnSpc>
                <a:spcPct val="100000"/>
              </a:lnSpc>
              <a:spcBef>
                <a:spcPts val="0"/>
              </a:spcBef>
              <a:spcAft>
                <a:spcPts val="0"/>
              </a:spcAft>
              <a:buSzPts val="1400"/>
              <a:buChar char="•"/>
            </a:pPr>
            <a:r>
              <a:rPr lang="en" sz="1400" dirty="0"/>
              <a:t>Teaching Assistant for 3 Years (UW Seattle - CSE Department)</a:t>
            </a:r>
            <a:endParaRPr sz="1400" dirty="0"/>
          </a:p>
          <a:p>
            <a:pPr marL="0" lvl="0" indent="0" algn="l" rtl="0">
              <a:lnSpc>
                <a:spcPct val="100000"/>
              </a:lnSpc>
              <a:spcBef>
                <a:spcPts val="1200"/>
              </a:spcBef>
              <a:spcAft>
                <a:spcPts val="0"/>
              </a:spcAft>
              <a:buNone/>
            </a:pPr>
            <a:r>
              <a:rPr lang="en" sz="1400" u="sng" dirty="0"/>
              <a:t>Education</a:t>
            </a:r>
            <a:endParaRPr sz="1400" u="sng" dirty="0"/>
          </a:p>
          <a:p>
            <a:pPr marL="457200" lvl="0" indent="-317500" algn="l" rtl="0">
              <a:lnSpc>
                <a:spcPct val="100000"/>
              </a:lnSpc>
              <a:spcBef>
                <a:spcPts val="1200"/>
              </a:spcBef>
              <a:spcAft>
                <a:spcPts val="0"/>
              </a:spcAft>
              <a:buSzPts val="1400"/>
              <a:buChar char="•"/>
            </a:pPr>
            <a:r>
              <a:rPr lang="en" sz="1400" dirty="0"/>
              <a:t>MS in Computational Linguistics (UW Seattle - Linguistics Department)</a:t>
            </a:r>
            <a:endParaRPr sz="1400" dirty="0"/>
          </a:p>
          <a:p>
            <a:pPr marL="457200" lvl="0" indent="-317500" algn="l" rtl="0">
              <a:lnSpc>
                <a:spcPct val="100000"/>
              </a:lnSpc>
              <a:spcBef>
                <a:spcPts val="0"/>
              </a:spcBef>
              <a:spcAft>
                <a:spcPts val="0"/>
              </a:spcAft>
              <a:buSzPts val="1400"/>
              <a:buChar char="•"/>
            </a:pPr>
            <a:r>
              <a:rPr lang="en" sz="1400" dirty="0"/>
              <a:t>BA Linguistics (UW Seattle - Linguistics Department)</a:t>
            </a:r>
            <a:endParaRPr sz="1400" dirty="0"/>
          </a:p>
          <a:p>
            <a:pPr marL="0" lvl="0" indent="0" algn="l" rtl="0">
              <a:lnSpc>
                <a:spcPct val="100000"/>
              </a:lnSpc>
              <a:spcBef>
                <a:spcPts val="1200"/>
              </a:spcBef>
              <a:spcAft>
                <a:spcPts val="0"/>
              </a:spcAft>
              <a:buNone/>
            </a:pPr>
            <a:r>
              <a:rPr lang="en" sz="1400" u="sng" dirty="0"/>
              <a:t>Interests</a:t>
            </a:r>
            <a:endParaRPr sz="1400" u="sng" dirty="0"/>
          </a:p>
          <a:p>
            <a:pPr marL="457200" lvl="0" indent="-317500" algn="l" rtl="0">
              <a:lnSpc>
                <a:spcPct val="100000"/>
              </a:lnSpc>
              <a:spcAft>
                <a:spcPts val="0"/>
              </a:spcAft>
              <a:buSzPts val="1400"/>
              <a:buChar char="•"/>
            </a:pPr>
            <a:r>
              <a:rPr lang="en" sz="1400" dirty="0"/>
              <a:t>Binging K-dramas/C-dramas &amp; listening to K-pop!</a:t>
            </a:r>
          </a:p>
          <a:p>
            <a:pPr marL="457200" lvl="0" indent="-317500" algn="l" rtl="0">
              <a:lnSpc>
                <a:spcPct val="100000"/>
              </a:lnSpc>
              <a:spcAft>
                <a:spcPts val="0"/>
              </a:spcAft>
              <a:buSzPts val="1400"/>
              <a:buChar char="•"/>
            </a:pPr>
            <a:r>
              <a:rPr lang="en" sz="1400" dirty="0"/>
              <a:t>Attempting to learn to crochet…</a:t>
            </a:r>
            <a:endParaRPr sz="1400" dirty="0"/>
          </a:p>
        </p:txBody>
      </p:sp>
      <p:pic>
        <p:nvPicPr>
          <p:cNvPr id="74" name="Google Shape;74;p15">
            <a:extLst>
              <a:ext uri="{C183D7F6-B498-43B3-948B-1728B52AA6E4}">
                <adec:decorative xmlns:adec="http://schemas.microsoft.com/office/drawing/2017/decorative" val="1"/>
              </a:ext>
            </a:extLst>
          </p:cNvPr>
          <p:cNvPicPr preferRelativeResize="0"/>
          <p:nvPr/>
        </p:nvPicPr>
        <p:blipFill>
          <a:blip r:embed="rId4">
            <a:alphaModFix/>
          </a:blip>
          <a:stretch>
            <a:fillRect/>
          </a:stretch>
        </p:blipFill>
        <p:spPr>
          <a:xfrm>
            <a:off x="7326975" y="41400"/>
            <a:ext cx="1687850" cy="1827600"/>
          </a:xfrm>
          <a:prstGeom prst="rect">
            <a:avLst/>
          </a:prstGeom>
          <a:noFill/>
          <a:ln>
            <a:noFill/>
          </a:ln>
        </p:spPr>
      </p:pic>
      <p:pic>
        <p:nvPicPr>
          <p:cNvPr id="75" name="Google Shape;75;p15">
            <a:extLst>
              <a:ext uri="{C183D7F6-B498-43B3-948B-1728B52AA6E4}">
                <adec:decorative xmlns:adec="http://schemas.microsoft.com/office/drawing/2017/decorative" val="1"/>
              </a:ext>
            </a:extLst>
          </p:cNvPr>
          <p:cNvPicPr preferRelativeResize="0"/>
          <p:nvPr/>
        </p:nvPicPr>
        <p:blipFill>
          <a:blip r:embed="rId5">
            <a:alphaModFix/>
          </a:blip>
          <a:stretch>
            <a:fillRect/>
          </a:stretch>
        </p:blipFill>
        <p:spPr>
          <a:xfrm>
            <a:off x="6741301" y="1925650"/>
            <a:ext cx="2364175" cy="770000"/>
          </a:xfrm>
          <a:prstGeom prst="rect">
            <a:avLst/>
          </a:prstGeom>
          <a:noFill/>
          <a:ln>
            <a:noFill/>
          </a:ln>
        </p:spPr>
      </p:pic>
      <p:pic>
        <p:nvPicPr>
          <p:cNvPr id="76" name="Google Shape;76;p15">
            <a:extLst>
              <a:ext uri="{C183D7F6-B498-43B3-948B-1728B52AA6E4}">
                <adec:decorative xmlns:adec="http://schemas.microsoft.com/office/drawing/2017/decorative" val="1"/>
              </a:ext>
            </a:extLst>
          </p:cNvPr>
          <p:cNvPicPr preferRelativeResize="0"/>
          <p:nvPr/>
        </p:nvPicPr>
        <p:blipFill>
          <a:blip r:embed="rId6">
            <a:alphaModFix/>
          </a:blip>
          <a:stretch>
            <a:fillRect/>
          </a:stretch>
        </p:blipFill>
        <p:spPr>
          <a:xfrm>
            <a:off x="7675963" y="2619000"/>
            <a:ext cx="1509437" cy="1827600"/>
          </a:xfrm>
          <a:prstGeom prst="rect">
            <a:avLst/>
          </a:prstGeom>
          <a:noFill/>
          <a:ln>
            <a:noFill/>
          </a:ln>
        </p:spPr>
      </p:pic>
      <p:sp>
        <p:nvSpPr>
          <p:cNvPr id="77" name="Google Shape;77;p15"/>
          <p:cNvSpPr txBox="1">
            <a:spLocks noGrp="1"/>
          </p:cNvSpPr>
          <p:nvPr>
            <p:ph type="sldNum" idx="12"/>
          </p:nvPr>
        </p:nvSpPr>
        <p:spPr>
          <a:xfrm>
            <a:off x="8556784" y="4749851"/>
            <a:ext cx="548700" cy="393600"/>
          </a:xfrm>
          <a:prstGeom prst="rect">
            <a:avLst/>
          </a:prstGeom>
        </p:spPr>
        <p:txBody>
          <a:bodyPr spcFirstLastPara="1" wrap="square" lIns="0" tIns="0" rIns="0" bIns="0" anchor="t"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1" i="0" u="none" strike="noStrike" kern="0" cap="none" spc="0" normalizeH="0" baseline="0" noProof="0">
                <a:ln>
                  <a:noFill/>
                </a:ln>
                <a:solidFill>
                  <a:srgbClr val="000000"/>
                </a:solidFill>
                <a:effectLst/>
                <a:uLnTx/>
                <a:uFillTx/>
                <a:latin typeface="Open Sans"/>
                <a:ea typeface="Open Sans"/>
                <a:cs typeface="Open Sans"/>
                <a:sym typeface="Open Sans"/>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a:t>
            </a:fld>
            <a:endParaRPr kumimoji="0" sz="1300" b="1" i="0" u="none" strike="noStrike" kern="0" cap="none" spc="0" normalizeH="0" baseline="0" noProof="0">
              <a:ln>
                <a:noFill/>
              </a:ln>
              <a:solidFill>
                <a:srgbClr val="000000"/>
              </a:solidFill>
              <a:effectLst/>
              <a:uLnTx/>
              <a:uFillTx/>
              <a:latin typeface="Open Sans"/>
              <a:ea typeface="Open Sans"/>
              <a:cs typeface="Open Sans"/>
              <a:sym typeface="Open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4"/>
          <p:cNvSpPr txBox="1">
            <a:spLocks noGrp="1"/>
          </p:cNvSpPr>
          <p:nvPr>
            <p:ph type="title"/>
          </p:nvPr>
        </p:nvSpPr>
        <p:spPr>
          <a:xfrm>
            <a:off x="228600" y="228600"/>
            <a:ext cx="68775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a:t>Objective: learn the vocab of programming!</a:t>
            </a:r>
            <a:endParaRPr/>
          </a:p>
        </p:txBody>
      </p:sp>
      <p:sp>
        <p:nvSpPr>
          <p:cNvPr id="129" name="Google Shape;129;p4"/>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p>
            <a:pPr marL="457200" lvl="0" indent="-330200" algn="l" rtl="0">
              <a:lnSpc>
                <a:spcPct val="115000"/>
              </a:lnSpc>
              <a:spcBef>
                <a:spcPts val="0"/>
              </a:spcBef>
              <a:spcAft>
                <a:spcPts val="0"/>
              </a:spcAft>
              <a:buSzPts val="1600"/>
              <a:buChar char="•"/>
            </a:pPr>
            <a:r>
              <a:rPr lang="en"/>
              <a:t>Learn Java, a specific programming language!</a:t>
            </a:r>
            <a:endParaRPr/>
          </a:p>
          <a:p>
            <a:pPr marL="457200" lvl="0" indent="-330200" algn="l" rtl="0">
              <a:lnSpc>
                <a:spcPct val="115000"/>
              </a:lnSpc>
              <a:spcBef>
                <a:spcPts val="0"/>
              </a:spcBef>
              <a:spcAft>
                <a:spcPts val="0"/>
              </a:spcAft>
              <a:buSzPts val="1600"/>
              <a:buChar char="•"/>
            </a:pPr>
            <a:r>
              <a:rPr lang="en"/>
              <a:t>You’ll learn by doing</a:t>
            </a:r>
            <a:endParaRPr/>
          </a:p>
          <a:p>
            <a:pPr marL="914400" lvl="1" indent="-330200" algn="l" rtl="0">
              <a:lnSpc>
                <a:spcPct val="115000"/>
              </a:lnSpc>
              <a:spcBef>
                <a:spcPts val="0"/>
              </a:spcBef>
              <a:spcAft>
                <a:spcPts val="0"/>
              </a:spcAft>
              <a:buSzPts val="1600"/>
              <a:buChar char="•"/>
            </a:pPr>
            <a:r>
              <a:rPr lang="en"/>
              <a:t>Practice, </a:t>
            </a:r>
            <a:endParaRPr/>
          </a:p>
          <a:p>
            <a:pPr marL="914400" lvl="1" indent="-330200" algn="l" rtl="0">
              <a:lnSpc>
                <a:spcPct val="115000"/>
              </a:lnSpc>
              <a:spcBef>
                <a:spcPts val="0"/>
              </a:spcBef>
              <a:spcAft>
                <a:spcPts val="0"/>
              </a:spcAft>
              <a:buSzPts val="1600"/>
              <a:buChar char="•"/>
            </a:pPr>
            <a:r>
              <a:rPr lang="en"/>
              <a:t>practice, </a:t>
            </a:r>
            <a:endParaRPr/>
          </a:p>
          <a:p>
            <a:pPr marL="914400" lvl="1" indent="-330200" algn="l" rtl="0">
              <a:lnSpc>
                <a:spcPct val="115000"/>
              </a:lnSpc>
              <a:spcBef>
                <a:spcPts val="0"/>
              </a:spcBef>
              <a:spcAft>
                <a:spcPts val="0"/>
              </a:spcAft>
              <a:buSzPts val="1600"/>
              <a:buChar char="•"/>
            </a:pPr>
            <a:r>
              <a:rPr lang="en"/>
              <a:t>practice!</a:t>
            </a:r>
            <a:endParaRPr/>
          </a:p>
          <a:p>
            <a:pPr marL="457200" lvl="0" indent="-330200" algn="l" rtl="0">
              <a:lnSpc>
                <a:spcPct val="115000"/>
              </a:lnSpc>
              <a:spcBef>
                <a:spcPts val="0"/>
              </a:spcBef>
              <a:spcAft>
                <a:spcPts val="0"/>
              </a:spcAft>
              <a:buSzPts val="1600"/>
              <a:buChar char="•"/>
            </a:pPr>
            <a:r>
              <a:rPr lang="en"/>
              <a:t>Solve small problems</a:t>
            </a:r>
            <a:endParaRPr b="1"/>
          </a:p>
          <a:p>
            <a:pPr marL="0" lvl="0" indent="0" algn="l" rtl="0">
              <a:lnSpc>
                <a:spcPct val="115000"/>
              </a:lnSpc>
              <a:spcBef>
                <a:spcPts val="1200"/>
              </a:spcBef>
              <a:spcAft>
                <a:spcPts val="0"/>
              </a:spcAft>
              <a:buClr>
                <a:schemeClr val="dk2"/>
              </a:buClr>
              <a:buSzPts val="1100"/>
              <a:buFont typeface="Arial"/>
              <a:buNone/>
            </a:pPr>
            <a:endParaRPr/>
          </a:p>
          <a:p>
            <a:pPr marL="0" lvl="0" indent="0" algn="l" rtl="0">
              <a:lnSpc>
                <a:spcPct val="115000"/>
              </a:lnSpc>
              <a:spcBef>
                <a:spcPts val="1200"/>
              </a:spcBef>
              <a:spcAft>
                <a:spcPts val="1200"/>
              </a:spcAft>
              <a:buSzPts val="1600"/>
              <a:buNone/>
            </a:pPr>
            <a:endParaRPr/>
          </a:p>
        </p:txBody>
      </p:sp>
      <p:sp>
        <p:nvSpPr>
          <p:cNvPr id="130" name="Google Shape;130;p4"/>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5"/>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a:t>IT-CS 115</a:t>
            </a:r>
            <a:endParaRPr/>
          </a:p>
        </p:txBody>
      </p:sp>
      <p:sp>
        <p:nvSpPr>
          <p:cNvPr id="136" name="Google Shape;136;p5"/>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p>
            <a:pPr marL="457200" lvl="0" indent="-330200" algn="l" rtl="0">
              <a:lnSpc>
                <a:spcPct val="115000"/>
              </a:lnSpc>
              <a:spcBef>
                <a:spcPts val="0"/>
              </a:spcBef>
              <a:spcAft>
                <a:spcPts val="0"/>
              </a:spcAft>
              <a:buSzPts val="1600"/>
              <a:buChar char="•"/>
            </a:pPr>
            <a:r>
              <a:rPr lang="en"/>
              <a:t>Move to IT-CS 142 if you’ve seen the topics already and have learned the </a:t>
            </a:r>
            <a:r>
              <a:rPr lang="en" b="1"/>
              <a:t>vocab</a:t>
            </a:r>
            <a:r>
              <a:rPr lang="en"/>
              <a:t> of programming!</a:t>
            </a:r>
            <a:endParaRPr/>
          </a:p>
          <a:p>
            <a:pPr marL="914400" lvl="1" indent="-330200" algn="l" rtl="0">
              <a:lnSpc>
                <a:spcPct val="115000"/>
              </a:lnSpc>
              <a:spcBef>
                <a:spcPts val="0"/>
              </a:spcBef>
              <a:spcAft>
                <a:spcPts val="0"/>
              </a:spcAft>
              <a:buSzPts val="1600"/>
              <a:buChar char="•"/>
            </a:pPr>
            <a:r>
              <a:rPr lang="en"/>
              <a:t>Variables</a:t>
            </a:r>
            <a:endParaRPr/>
          </a:p>
          <a:p>
            <a:pPr marL="914400" lvl="1" indent="-330200" algn="l" rtl="0">
              <a:lnSpc>
                <a:spcPct val="115000"/>
              </a:lnSpc>
              <a:spcBef>
                <a:spcPts val="0"/>
              </a:spcBef>
              <a:spcAft>
                <a:spcPts val="0"/>
              </a:spcAft>
              <a:buSzPts val="1600"/>
              <a:buChar char="•"/>
            </a:pPr>
            <a:r>
              <a:rPr lang="en"/>
              <a:t>Math Expressions</a:t>
            </a:r>
            <a:endParaRPr/>
          </a:p>
          <a:p>
            <a:pPr marL="914400" lvl="1" indent="-330200" algn="l" rtl="0">
              <a:lnSpc>
                <a:spcPct val="115000"/>
              </a:lnSpc>
              <a:spcBef>
                <a:spcPts val="0"/>
              </a:spcBef>
              <a:spcAft>
                <a:spcPts val="0"/>
              </a:spcAft>
              <a:buSzPts val="1600"/>
              <a:buChar char="•"/>
            </a:pPr>
            <a:r>
              <a:rPr lang="en"/>
              <a:t>Conditionals (If statements)</a:t>
            </a:r>
            <a:endParaRPr/>
          </a:p>
          <a:p>
            <a:pPr marL="914400" lvl="1" indent="-330200" algn="l" rtl="0">
              <a:lnSpc>
                <a:spcPct val="115000"/>
              </a:lnSpc>
              <a:spcBef>
                <a:spcPts val="0"/>
              </a:spcBef>
              <a:spcAft>
                <a:spcPts val="0"/>
              </a:spcAft>
              <a:buSzPts val="1600"/>
              <a:buChar char="•"/>
            </a:pPr>
            <a:r>
              <a:rPr lang="en"/>
              <a:t>Logical Expressions (&amp;&amp;, ||, !)</a:t>
            </a:r>
            <a:endParaRPr/>
          </a:p>
          <a:p>
            <a:pPr marL="914400" lvl="1" indent="-330200" algn="l" rtl="0">
              <a:lnSpc>
                <a:spcPct val="115000"/>
              </a:lnSpc>
              <a:spcBef>
                <a:spcPts val="0"/>
              </a:spcBef>
              <a:spcAft>
                <a:spcPts val="0"/>
              </a:spcAft>
              <a:buSzPts val="1600"/>
              <a:buChar char="•"/>
            </a:pPr>
            <a:r>
              <a:rPr lang="en"/>
              <a:t>For Loops</a:t>
            </a:r>
            <a:endParaRPr/>
          </a:p>
          <a:p>
            <a:pPr marL="914400" lvl="1" indent="-330200" algn="l" rtl="0">
              <a:lnSpc>
                <a:spcPct val="115000"/>
              </a:lnSpc>
              <a:spcBef>
                <a:spcPts val="0"/>
              </a:spcBef>
              <a:spcAft>
                <a:spcPts val="0"/>
              </a:spcAft>
              <a:buSzPts val="1600"/>
              <a:buChar char="•"/>
            </a:pPr>
            <a:r>
              <a:rPr lang="en"/>
              <a:t>While Loops</a:t>
            </a:r>
            <a:endParaRPr/>
          </a:p>
          <a:p>
            <a:pPr marL="914400" lvl="1" indent="-330200" algn="l" rtl="0">
              <a:lnSpc>
                <a:spcPct val="115000"/>
              </a:lnSpc>
              <a:spcBef>
                <a:spcPts val="0"/>
              </a:spcBef>
              <a:spcAft>
                <a:spcPts val="0"/>
              </a:spcAft>
              <a:buSzPts val="1600"/>
              <a:buChar char="•"/>
            </a:pPr>
            <a:r>
              <a:rPr lang="en"/>
              <a:t>Methods, Parameters, Return Values</a:t>
            </a:r>
            <a:endParaRPr/>
          </a:p>
          <a:p>
            <a:pPr marL="914400" lvl="1" indent="-330200" algn="l" rtl="0">
              <a:lnSpc>
                <a:spcPct val="115000"/>
              </a:lnSpc>
              <a:spcBef>
                <a:spcPts val="0"/>
              </a:spcBef>
              <a:spcAft>
                <a:spcPts val="0"/>
              </a:spcAft>
              <a:buSzPts val="1600"/>
              <a:buChar char="•"/>
            </a:pPr>
            <a:r>
              <a:rPr lang="en"/>
              <a:t>Arrays</a:t>
            </a:r>
            <a:endParaRPr/>
          </a:p>
          <a:p>
            <a:pPr marL="457200" lvl="0" indent="-330200" algn="l" rtl="0">
              <a:lnSpc>
                <a:spcPct val="115000"/>
              </a:lnSpc>
              <a:spcBef>
                <a:spcPts val="0"/>
              </a:spcBef>
              <a:spcAft>
                <a:spcPts val="0"/>
              </a:spcAft>
              <a:buSzPts val="1600"/>
              <a:buChar char="•"/>
            </a:pPr>
            <a:r>
              <a:rPr lang="en"/>
              <a:t>Come talk to me after class if you are unsure!</a:t>
            </a:r>
            <a:endParaRPr/>
          </a:p>
        </p:txBody>
      </p:sp>
      <p:sp>
        <p:nvSpPr>
          <p:cNvPr id="137" name="Google Shape;137;p5"/>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6">
            <a:extLst>
              <a:ext uri="{C183D7F6-B498-43B3-948B-1728B52AA6E4}">
                <adec:decorative xmlns:adec="http://schemas.microsoft.com/office/drawing/2017/decorative" val="0"/>
              </a:ext>
            </a:extLst>
          </p:cNvPr>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a:t>Towards Specializations</a:t>
            </a:r>
            <a:endParaRPr/>
          </a:p>
        </p:txBody>
      </p:sp>
      <p:sp>
        <p:nvSpPr>
          <p:cNvPr id="144" name="Google Shape;144;p6">
            <a:extLst>
              <a:ext uri="{C183D7F6-B498-43B3-948B-1728B52AA6E4}">
                <adec:decorative xmlns:adec="http://schemas.microsoft.com/office/drawing/2017/decorative" val="1"/>
              </a:ext>
            </a:extLst>
          </p:cNvPr>
          <p:cNvSpPr/>
          <p:nvPr/>
        </p:nvSpPr>
        <p:spPr>
          <a:xfrm rot="10800000" flipH="1">
            <a:off x="1479144" y="1072416"/>
            <a:ext cx="365700" cy="36900"/>
          </a:xfrm>
          <a:prstGeom prst="roundRect">
            <a:avLst>
              <a:gd name="adj" fmla="val 50000"/>
            </a:avLst>
          </a:prstGeom>
          <a:solidFill>
            <a:srgbClr val="B6A479"/>
          </a:solidFill>
          <a:ln w="9525" cap="flat" cmpd="sng">
            <a:solidFill>
              <a:srgbClr val="B6A47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45" name="Google Shape;145;p6" descr="IT-CS 115: Vocabulary&#10;- Methods&#10;- Control Structures&#10;- Data Types&#10;">
            <a:extLst>
              <a:ext uri="{C183D7F6-B498-43B3-948B-1728B52AA6E4}">
                <adec:decorative xmlns:adec="http://schemas.microsoft.com/office/drawing/2017/decorative" val="0"/>
              </a:ext>
            </a:extLst>
          </p:cNvPr>
          <p:cNvGrpSpPr/>
          <p:nvPr/>
        </p:nvGrpSpPr>
        <p:grpSpPr>
          <a:xfrm>
            <a:off x="0" y="827263"/>
            <a:ext cx="1755000" cy="2244193"/>
            <a:chOff x="571525" y="1957150"/>
            <a:chExt cx="1755000" cy="2244193"/>
          </a:xfrm>
        </p:grpSpPr>
        <p:sp>
          <p:nvSpPr>
            <p:cNvPr id="146" name="Google Shape;146;p6"/>
            <p:cNvSpPr/>
            <p:nvPr/>
          </p:nvSpPr>
          <p:spPr>
            <a:xfrm>
              <a:off x="1151886" y="1957150"/>
              <a:ext cx="594300" cy="594300"/>
            </a:xfrm>
            <a:prstGeom prst="ellipse">
              <a:avLst/>
            </a:prstGeom>
            <a:noFill/>
            <a:ln w="38100" cap="flat" cmpd="sng">
              <a:solidFill>
                <a:srgbClr val="B6A47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7" name="Google Shape;147;p6"/>
            <p:cNvSpPr txBox="1"/>
            <p:nvPr/>
          </p:nvSpPr>
          <p:spPr>
            <a:xfrm>
              <a:off x="1230636" y="2093808"/>
              <a:ext cx="436800" cy="3210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1600"/>
                </a:spcAft>
                <a:buClr>
                  <a:srgbClr val="000000"/>
                </a:buClr>
                <a:buSzPts val="1000"/>
                <a:buFont typeface="Arial"/>
                <a:buNone/>
              </a:pPr>
              <a:r>
                <a:rPr lang="en" sz="1000" b="1" i="0" u="none" strike="noStrike" cap="none">
                  <a:solidFill>
                    <a:srgbClr val="0C0C0C"/>
                  </a:solidFill>
                  <a:latin typeface="Roboto"/>
                  <a:ea typeface="Roboto"/>
                  <a:cs typeface="Roboto"/>
                  <a:sym typeface="Roboto"/>
                </a:rPr>
                <a:t>115</a:t>
              </a:r>
              <a:endParaRPr sz="1000" b="1" i="0" u="none" strike="noStrike" cap="none">
                <a:solidFill>
                  <a:srgbClr val="0C0C0C"/>
                </a:solidFill>
                <a:latin typeface="Roboto"/>
                <a:ea typeface="Roboto"/>
                <a:cs typeface="Roboto"/>
                <a:sym typeface="Roboto"/>
              </a:endParaRPr>
            </a:p>
          </p:txBody>
        </p:sp>
        <p:sp>
          <p:nvSpPr>
            <p:cNvPr id="148" name="Google Shape;148;p6"/>
            <p:cNvSpPr txBox="1"/>
            <p:nvPr/>
          </p:nvSpPr>
          <p:spPr>
            <a:xfrm>
              <a:off x="594488" y="2660925"/>
              <a:ext cx="1709100" cy="446400"/>
            </a:xfrm>
            <a:prstGeom prst="rect">
              <a:avLst/>
            </a:prstGeom>
            <a:noFill/>
            <a:ln>
              <a:noFill/>
            </a:ln>
          </p:spPr>
          <p:txBody>
            <a:bodyPr spcFirstLastPara="1" wrap="square" lIns="91425" tIns="91425" rIns="91425" bIns="91425" anchor="b" anchorCtr="0">
              <a:noAutofit/>
            </a:bodyPr>
            <a:lstStyle/>
            <a:p>
              <a:pPr marL="0" marR="0" lvl="0" indent="0" algn="ctr" rtl="0">
                <a:lnSpc>
                  <a:spcPct val="115000"/>
                </a:lnSpc>
                <a:spcBef>
                  <a:spcPts val="0"/>
                </a:spcBef>
                <a:spcAft>
                  <a:spcPts val="0"/>
                </a:spcAft>
                <a:buClr>
                  <a:srgbClr val="000000"/>
                </a:buClr>
                <a:buSzPts val="1400"/>
                <a:buFont typeface="Arial"/>
                <a:buNone/>
              </a:pPr>
              <a:r>
                <a:rPr lang="en" sz="1400" b="1" i="0" u="none" strike="noStrike" cap="none" dirty="0">
                  <a:solidFill>
                    <a:schemeClr val="dk1"/>
                  </a:solidFill>
                  <a:latin typeface="Roboto"/>
                  <a:ea typeface="Roboto"/>
                  <a:cs typeface="Roboto"/>
                  <a:sym typeface="Roboto"/>
                </a:rPr>
                <a:t>Vocabulary</a:t>
              </a:r>
              <a:endParaRPr sz="1400" b="1" i="0" u="none" strike="noStrike" cap="none" dirty="0">
                <a:solidFill>
                  <a:schemeClr val="dk1"/>
                </a:solidFill>
                <a:latin typeface="Roboto"/>
                <a:ea typeface="Roboto"/>
                <a:cs typeface="Roboto"/>
                <a:sym typeface="Roboto"/>
              </a:endParaRPr>
            </a:p>
          </p:txBody>
        </p:sp>
        <p:sp>
          <p:nvSpPr>
            <p:cNvPr id="149" name="Google Shape;149;p6"/>
            <p:cNvSpPr txBox="1"/>
            <p:nvPr/>
          </p:nvSpPr>
          <p:spPr>
            <a:xfrm>
              <a:off x="571525" y="3117743"/>
              <a:ext cx="1755000" cy="1083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Methods</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Control Structures</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60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Data Types</a:t>
              </a:r>
              <a:endParaRPr sz="1000" b="0" i="0" u="none" strike="noStrike" cap="none" dirty="0">
                <a:solidFill>
                  <a:schemeClr val="dk1"/>
                </a:solidFill>
                <a:latin typeface="Roboto"/>
                <a:ea typeface="Roboto"/>
                <a:cs typeface="Roboto"/>
                <a:sym typeface="Roboto"/>
              </a:endParaRPr>
            </a:p>
          </p:txBody>
        </p:sp>
      </p:grpSp>
      <p:grpSp>
        <p:nvGrpSpPr>
          <p:cNvPr id="150" name="Google Shape;150;p6" descr="IT-CS 142: Grammar&#10;- Using Data Structures&#10;- Object-Oriented Programming&#10;"/>
          <p:cNvGrpSpPr/>
          <p:nvPr/>
        </p:nvGrpSpPr>
        <p:grpSpPr>
          <a:xfrm>
            <a:off x="1479150" y="827263"/>
            <a:ext cx="1709100" cy="2244193"/>
            <a:chOff x="2699425" y="1957150"/>
            <a:chExt cx="1709100" cy="2244193"/>
          </a:xfrm>
        </p:grpSpPr>
        <p:sp>
          <p:nvSpPr>
            <p:cNvPr id="151" name="Google Shape;151;p6"/>
            <p:cNvSpPr/>
            <p:nvPr/>
          </p:nvSpPr>
          <p:spPr>
            <a:xfrm>
              <a:off x="3256823" y="1957150"/>
              <a:ext cx="594300" cy="594300"/>
            </a:xfrm>
            <a:prstGeom prst="ellipse">
              <a:avLst/>
            </a:prstGeom>
            <a:noFill/>
            <a:ln w="38100" cap="flat" cmpd="sng">
              <a:solidFill>
                <a:srgbClr val="B6A47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2" name="Google Shape;152;p6"/>
            <p:cNvSpPr txBox="1"/>
            <p:nvPr/>
          </p:nvSpPr>
          <p:spPr>
            <a:xfrm>
              <a:off x="2699425" y="2660925"/>
              <a:ext cx="1709100" cy="446400"/>
            </a:xfrm>
            <a:prstGeom prst="rect">
              <a:avLst/>
            </a:prstGeom>
            <a:noFill/>
            <a:ln>
              <a:noFill/>
            </a:ln>
          </p:spPr>
          <p:txBody>
            <a:bodyPr spcFirstLastPara="1" wrap="square" lIns="91425" tIns="91425" rIns="91425" bIns="91425" anchor="b" anchorCtr="0">
              <a:noAutofit/>
            </a:bodyPr>
            <a:lstStyle/>
            <a:p>
              <a:pPr marL="0" marR="0" lvl="0" indent="0" algn="ctr" rtl="0">
                <a:lnSpc>
                  <a:spcPct val="115000"/>
                </a:lnSpc>
                <a:spcBef>
                  <a:spcPts val="0"/>
                </a:spcBef>
                <a:spcAft>
                  <a:spcPts val="0"/>
                </a:spcAft>
                <a:buClr>
                  <a:srgbClr val="000000"/>
                </a:buClr>
                <a:buSzPts val="1400"/>
                <a:buFont typeface="Arial"/>
                <a:buNone/>
              </a:pPr>
              <a:r>
                <a:rPr lang="en" sz="1400" b="1" i="0" u="none" strike="noStrike" cap="none">
                  <a:solidFill>
                    <a:schemeClr val="dk1"/>
                  </a:solidFill>
                  <a:latin typeface="Roboto"/>
                  <a:ea typeface="Roboto"/>
                  <a:cs typeface="Roboto"/>
                  <a:sym typeface="Roboto"/>
                </a:rPr>
                <a:t>Grammar</a:t>
              </a:r>
              <a:endParaRPr sz="1000" b="1" i="0" u="none" strike="noStrike" cap="none">
                <a:solidFill>
                  <a:schemeClr val="dk1"/>
                </a:solidFill>
                <a:latin typeface="Roboto"/>
                <a:ea typeface="Roboto"/>
                <a:cs typeface="Roboto"/>
                <a:sym typeface="Roboto"/>
              </a:endParaRPr>
            </a:p>
          </p:txBody>
        </p:sp>
        <p:sp>
          <p:nvSpPr>
            <p:cNvPr id="153" name="Google Shape;153;p6"/>
            <p:cNvSpPr txBox="1"/>
            <p:nvPr/>
          </p:nvSpPr>
          <p:spPr>
            <a:xfrm>
              <a:off x="2699425" y="3117743"/>
              <a:ext cx="1709100" cy="1083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Using Data Structures</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Object-Oriented Programming</a:t>
              </a:r>
              <a:endParaRPr sz="1000" b="0" i="0" u="none" strike="noStrike" cap="none" dirty="0">
                <a:solidFill>
                  <a:schemeClr val="dk1"/>
                </a:solidFill>
                <a:latin typeface="Roboto"/>
                <a:ea typeface="Roboto"/>
                <a:cs typeface="Roboto"/>
                <a:sym typeface="Roboto"/>
              </a:endParaRPr>
            </a:p>
            <a:p>
              <a:pPr marL="0" marR="0" lvl="0" indent="0" algn="ctr" rtl="0">
                <a:lnSpc>
                  <a:spcPct val="115000"/>
                </a:lnSpc>
                <a:spcBef>
                  <a:spcPts val="600"/>
                </a:spcBef>
                <a:spcAft>
                  <a:spcPts val="1600"/>
                </a:spcAft>
                <a:buClr>
                  <a:srgbClr val="000000"/>
                </a:buClr>
                <a:buSzPts val="1000"/>
                <a:buFont typeface="Arial"/>
                <a:buNone/>
              </a:pPr>
              <a:endParaRPr sz="1000" b="0" i="0" u="none" strike="noStrike" cap="none" dirty="0">
                <a:solidFill>
                  <a:schemeClr val="dk1"/>
                </a:solidFill>
                <a:latin typeface="Roboto"/>
                <a:ea typeface="Roboto"/>
                <a:cs typeface="Roboto"/>
                <a:sym typeface="Roboto"/>
              </a:endParaRPr>
            </a:p>
          </p:txBody>
        </p:sp>
        <p:sp>
          <p:nvSpPr>
            <p:cNvPr id="154" name="Google Shape;154;p6"/>
            <p:cNvSpPr txBox="1"/>
            <p:nvPr/>
          </p:nvSpPr>
          <p:spPr>
            <a:xfrm>
              <a:off x="3329873" y="2093808"/>
              <a:ext cx="436800" cy="3210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1600"/>
                </a:spcAft>
                <a:buClr>
                  <a:srgbClr val="000000"/>
                </a:buClr>
                <a:buSzPts val="1000"/>
                <a:buFont typeface="Arial"/>
                <a:buNone/>
              </a:pPr>
              <a:r>
                <a:rPr lang="en" sz="1000" b="1" i="0" u="none" strike="noStrike" cap="none">
                  <a:solidFill>
                    <a:srgbClr val="0C0C0C"/>
                  </a:solidFill>
                  <a:latin typeface="Roboto"/>
                  <a:ea typeface="Roboto"/>
                  <a:cs typeface="Roboto"/>
                  <a:sym typeface="Roboto"/>
                </a:rPr>
                <a:t>142</a:t>
              </a:r>
              <a:endParaRPr sz="800" b="1" i="0" u="none" strike="noStrike" cap="none">
                <a:solidFill>
                  <a:schemeClr val="dk1"/>
                </a:solidFill>
                <a:latin typeface="Roboto"/>
                <a:ea typeface="Roboto"/>
                <a:cs typeface="Roboto"/>
                <a:sym typeface="Roboto"/>
              </a:endParaRPr>
            </a:p>
          </p:txBody>
        </p:sp>
      </p:grpSp>
      <p:grpSp>
        <p:nvGrpSpPr>
          <p:cNvPr id="155" name="Google Shape;155;p6" descr="IT-CS 143: Structured Writing&#10;- Object Design&#10;- Data Abstraction&#10;- Algorithms&#10;"/>
          <p:cNvGrpSpPr/>
          <p:nvPr/>
        </p:nvGrpSpPr>
        <p:grpSpPr>
          <a:xfrm>
            <a:off x="3188250" y="827263"/>
            <a:ext cx="1709113" cy="2244192"/>
            <a:chOff x="4781400" y="1957150"/>
            <a:chExt cx="1709113" cy="2244192"/>
          </a:xfrm>
        </p:grpSpPr>
        <p:sp>
          <p:nvSpPr>
            <p:cNvPr id="156" name="Google Shape;156;p6"/>
            <p:cNvSpPr/>
            <p:nvPr/>
          </p:nvSpPr>
          <p:spPr>
            <a:xfrm>
              <a:off x="5338808" y="1957150"/>
              <a:ext cx="594300" cy="594300"/>
            </a:xfrm>
            <a:prstGeom prst="ellipse">
              <a:avLst/>
            </a:prstGeom>
            <a:noFill/>
            <a:ln w="38100" cap="flat" cmpd="sng">
              <a:solidFill>
                <a:srgbClr val="B6A47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 name="Google Shape;157;p6"/>
            <p:cNvSpPr txBox="1"/>
            <p:nvPr/>
          </p:nvSpPr>
          <p:spPr>
            <a:xfrm>
              <a:off x="4781413" y="2660925"/>
              <a:ext cx="1709100" cy="446400"/>
            </a:xfrm>
            <a:prstGeom prst="rect">
              <a:avLst/>
            </a:prstGeom>
            <a:noFill/>
            <a:ln>
              <a:noFill/>
            </a:ln>
          </p:spPr>
          <p:txBody>
            <a:bodyPr spcFirstLastPara="1" wrap="square" lIns="91425" tIns="91425" rIns="91425" bIns="91425" anchor="b" anchorCtr="0">
              <a:noAutofit/>
            </a:bodyPr>
            <a:lstStyle/>
            <a:p>
              <a:pPr marL="0" marR="0" lvl="0" indent="0" algn="ctr" rtl="0">
                <a:lnSpc>
                  <a:spcPct val="115000"/>
                </a:lnSpc>
                <a:spcBef>
                  <a:spcPts val="0"/>
                </a:spcBef>
                <a:spcAft>
                  <a:spcPts val="0"/>
                </a:spcAft>
                <a:buClr>
                  <a:srgbClr val="000000"/>
                </a:buClr>
                <a:buSzPts val="1400"/>
                <a:buFont typeface="Arial"/>
                <a:buNone/>
              </a:pPr>
              <a:r>
                <a:rPr lang="en" sz="1400" b="1" i="0" u="none" strike="noStrike" cap="none">
                  <a:solidFill>
                    <a:schemeClr val="dk1"/>
                  </a:solidFill>
                  <a:latin typeface="Roboto"/>
                  <a:ea typeface="Roboto"/>
                  <a:cs typeface="Roboto"/>
                  <a:sym typeface="Roboto"/>
                </a:rPr>
                <a:t>Structured</a:t>
              </a:r>
              <a:r>
                <a:rPr lang="en" sz="1000" b="1" i="0" u="none" strike="noStrike" cap="none">
                  <a:solidFill>
                    <a:schemeClr val="dk1"/>
                  </a:solidFill>
                  <a:latin typeface="Roboto"/>
                  <a:ea typeface="Roboto"/>
                  <a:cs typeface="Roboto"/>
                  <a:sym typeface="Roboto"/>
                </a:rPr>
                <a:t> </a:t>
              </a:r>
              <a:r>
                <a:rPr lang="en" sz="1400" b="1" i="0" u="none" strike="noStrike" cap="none">
                  <a:solidFill>
                    <a:schemeClr val="dk1"/>
                  </a:solidFill>
                  <a:latin typeface="Roboto"/>
                  <a:ea typeface="Roboto"/>
                  <a:cs typeface="Roboto"/>
                  <a:sym typeface="Roboto"/>
                </a:rPr>
                <a:t>Writing</a:t>
              </a:r>
              <a:endParaRPr sz="1000" b="1" i="0" u="none" strike="noStrike" cap="none">
                <a:solidFill>
                  <a:schemeClr val="dk1"/>
                </a:solidFill>
                <a:latin typeface="Roboto"/>
                <a:ea typeface="Roboto"/>
                <a:cs typeface="Roboto"/>
                <a:sym typeface="Roboto"/>
              </a:endParaRPr>
            </a:p>
          </p:txBody>
        </p:sp>
        <p:sp>
          <p:nvSpPr>
            <p:cNvPr id="158" name="Google Shape;158;p6"/>
            <p:cNvSpPr txBox="1"/>
            <p:nvPr/>
          </p:nvSpPr>
          <p:spPr>
            <a:xfrm>
              <a:off x="4781400" y="3117742"/>
              <a:ext cx="1709100" cy="1083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Object Design</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0"/>
                </a:spcAft>
                <a:buClr>
                  <a:schemeClr val="dk2"/>
                </a:buClr>
                <a:buSzPts val="1100"/>
                <a:buFont typeface="Arial"/>
                <a:buNone/>
              </a:pPr>
              <a:r>
                <a:rPr lang="en" sz="1000" b="0" i="0" u="none" strike="noStrike" cap="none" dirty="0">
                  <a:solidFill>
                    <a:schemeClr val="dk1"/>
                  </a:solidFill>
                  <a:latin typeface="Roboto"/>
                  <a:ea typeface="Roboto"/>
                  <a:cs typeface="Roboto"/>
                  <a:sym typeface="Roboto"/>
                </a:rPr>
                <a:t>Data Abstraction</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Algorithms</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600"/>
                </a:spcAft>
                <a:buClr>
                  <a:schemeClr val="dk2"/>
                </a:buClr>
                <a:buSzPts val="1100"/>
                <a:buFont typeface="Arial"/>
                <a:buNone/>
              </a:pPr>
              <a:endParaRPr sz="1000" b="0" i="0" u="none" strike="noStrike" cap="none" dirty="0">
                <a:solidFill>
                  <a:schemeClr val="dk1"/>
                </a:solidFill>
                <a:latin typeface="Roboto"/>
                <a:ea typeface="Roboto"/>
                <a:cs typeface="Roboto"/>
                <a:sym typeface="Roboto"/>
              </a:endParaRPr>
            </a:p>
          </p:txBody>
        </p:sp>
        <p:sp>
          <p:nvSpPr>
            <p:cNvPr id="159" name="Google Shape;159;p6"/>
            <p:cNvSpPr txBox="1"/>
            <p:nvPr/>
          </p:nvSpPr>
          <p:spPr>
            <a:xfrm>
              <a:off x="5417558" y="2093808"/>
              <a:ext cx="436800" cy="3210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1600"/>
                </a:spcAft>
                <a:buClr>
                  <a:srgbClr val="000000"/>
                </a:buClr>
                <a:buSzPts val="1000"/>
                <a:buFont typeface="Arial"/>
                <a:buNone/>
              </a:pPr>
              <a:r>
                <a:rPr lang="en" sz="1000" b="1" i="0" u="none" strike="noStrike" cap="none">
                  <a:solidFill>
                    <a:srgbClr val="0C0C0C"/>
                  </a:solidFill>
                  <a:latin typeface="Roboto"/>
                  <a:ea typeface="Roboto"/>
                  <a:cs typeface="Roboto"/>
                  <a:sym typeface="Roboto"/>
                </a:rPr>
                <a:t>143</a:t>
              </a:r>
              <a:endParaRPr sz="800" b="1" i="0" u="none" strike="noStrike" cap="none">
                <a:solidFill>
                  <a:schemeClr val="dk1"/>
                </a:solidFill>
                <a:latin typeface="Roboto"/>
                <a:ea typeface="Roboto"/>
                <a:cs typeface="Roboto"/>
                <a:sym typeface="Roboto"/>
              </a:endParaRPr>
            </a:p>
          </p:txBody>
        </p:sp>
      </p:grpSp>
      <p:grpSp>
        <p:nvGrpSpPr>
          <p:cNvPr id="160" name="Google Shape;160;p6" descr="IT-CS 265:&#10;- Data Structure Design and Implementation&#10;- Algorithmic Design&#10;- Code Analysis&#10;"/>
          <p:cNvGrpSpPr/>
          <p:nvPr/>
        </p:nvGrpSpPr>
        <p:grpSpPr>
          <a:xfrm>
            <a:off x="4969950" y="827263"/>
            <a:ext cx="1709113" cy="2473395"/>
            <a:chOff x="6863375" y="1957150"/>
            <a:chExt cx="1709113" cy="2473395"/>
          </a:xfrm>
        </p:grpSpPr>
        <p:sp>
          <p:nvSpPr>
            <p:cNvPr id="161" name="Google Shape;161;p6"/>
            <p:cNvSpPr/>
            <p:nvPr/>
          </p:nvSpPr>
          <p:spPr>
            <a:xfrm>
              <a:off x="7420786" y="1957150"/>
              <a:ext cx="594300" cy="594300"/>
            </a:xfrm>
            <a:prstGeom prst="ellipse">
              <a:avLst/>
            </a:prstGeom>
            <a:noFill/>
            <a:ln w="38100" cap="flat" cmpd="sng">
              <a:solidFill>
                <a:srgbClr val="4C328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2" name="Google Shape;162;p6"/>
            <p:cNvSpPr txBox="1"/>
            <p:nvPr/>
          </p:nvSpPr>
          <p:spPr>
            <a:xfrm>
              <a:off x="6863388" y="2660925"/>
              <a:ext cx="1709100" cy="446400"/>
            </a:xfrm>
            <a:prstGeom prst="rect">
              <a:avLst/>
            </a:prstGeom>
            <a:noFill/>
            <a:ln>
              <a:noFill/>
            </a:ln>
          </p:spPr>
          <p:txBody>
            <a:bodyPr spcFirstLastPara="1" wrap="square" lIns="91425" tIns="91425" rIns="91425" bIns="91425" anchor="b" anchorCtr="0">
              <a:noAutofit/>
            </a:bodyPr>
            <a:lstStyle/>
            <a:p>
              <a:pPr marL="0" marR="0" lvl="0" indent="0" algn="ctr" rtl="0">
                <a:lnSpc>
                  <a:spcPct val="115000"/>
                </a:lnSpc>
                <a:spcBef>
                  <a:spcPts val="0"/>
                </a:spcBef>
                <a:spcAft>
                  <a:spcPts val="0"/>
                </a:spcAft>
                <a:buClr>
                  <a:srgbClr val="000000"/>
                </a:buClr>
                <a:buSzPts val="1400"/>
                <a:buFont typeface="Arial"/>
                <a:buNone/>
              </a:pPr>
              <a:r>
                <a:rPr lang="en" sz="1400" b="1" i="0" u="none" strike="noStrike" cap="none">
                  <a:solidFill>
                    <a:schemeClr val="dk1"/>
                  </a:solidFill>
                  <a:latin typeface="Roboto"/>
                  <a:ea typeface="Roboto"/>
                  <a:cs typeface="Roboto"/>
                  <a:sym typeface="Roboto"/>
                </a:rPr>
                <a:t>Creative</a:t>
              </a:r>
              <a:r>
                <a:rPr lang="en" sz="1000" b="1" i="0" u="none" strike="noStrike" cap="none">
                  <a:solidFill>
                    <a:schemeClr val="dk1"/>
                  </a:solidFill>
                  <a:latin typeface="Roboto"/>
                  <a:ea typeface="Roboto"/>
                  <a:cs typeface="Roboto"/>
                  <a:sym typeface="Roboto"/>
                </a:rPr>
                <a:t> </a:t>
              </a:r>
              <a:r>
                <a:rPr lang="en" sz="1400" b="1" i="0" u="none" strike="noStrike" cap="none">
                  <a:solidFill>
                    <a:schemeClr val="dk1"/>
                  </a:solidFill>
                  <a:latin typeface="Roboto"/>
                  <a:ea typeface="Roboto"/>
                  <a:cs typeface="Roboto"/>
                  <a:sym typeface="Roboto"/>
                </a:rPr>
                <a:t>Writing</a:t>
              </a:r>
              <a:endParaRPr sz="1000" b="1" i="0" u="none" strike="noStrike" cap="none">
                <a:solidFill>
                  <a:schemeClr val="dk1"/>
                </a:solidFill>
                <a:latin typeface="Roboto"/>
                <a:ea typeface="Roboto"/>
                <a:cs typeface="Roboto"/>
                <a:sym typeface="Roboto"/>
              </a:endParaRPr>
            </a:p>
          </p:txBody>
        </p:sp>
        <p:sp>
          <p:nvSpPr>
            <p:cNvPr id="163" name="Google Shape;163;p6"/>
            <p:cNvSpPr txBox="1"/>
            <p:nvPr/>
          </p:nvSpPr>
          <p:spPr>
            <a:xfrm>
              <a:off x="6863375" y="3117745"/>
              <a:ext cx="1709100" cy="13128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Data Structure Design and Implementation</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Algorithmic Design</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0"/>
                </a:spcAft>
                <a:buClr>
                  <a:srgbClr val="000000"/>
                </a:buClr>
                <a:buSzPts val="1000"/>
                <a:buFont typeface="Arial"/>
                <a:buNone/>
              </a:pPr>
              <a:r>
                <a:rPr lang="en" sz="1000" b="0" i="0" u="none" strike="noStrike" cap="none" dirty="0">
                  <a:solidFill>
                    <a:schemeClr val="dk1"/>
                  </a:solidFill>
                  <a:latin typeface="Roboto"/>
                  <a:ea typeface="Roboto"/>
                  <a:cs typeface="Roboto"/>
                  <a:sym typeface="Roboto"/>
                </a:rPr>
                <a:t>Code Analysis</a:t>
              </a:r>
              <a:endParaRPr sz="1000" b="0" i="0" u="none" strike="noStrike" cap="none" dirty="0">
                <a:solidFill>
                  <a:schemeClr val="dk1"/>
                </a:solidFill>
                <a:latin typeface="Roboto"/>
                <a:ea typeface="Roboto"/>
                <a:cs typeface="Roboto"/>
                <a:sym typeface="Roboto"/>
              </a:endParaRPr>
            </a:p>
            <a:p>
              <a:pPr marL="0" marR="0" lvl="0" indent="0" algn="ctr" rtl="0">
                <a:lnSpc>
                  <a:spcPct val="100000"/>
                </a:lnSpc>
                <a:spcBef>
                  <a:spcPts val="600"/>
                </a:spcBef>
                <a:spcAft>
                  <a:spcPts val="600"/>
                </a:spcAft>
                <a:buClr>
                  <a:srgbClr val="000000"/>
                </a:buClr>
                <a:buSzPts val="800"/>
                <a:buFont typeface="Arial"/>
                <a:buNone/>
              </a:pPr>
              <a:endParaRPr sz="800" b="0" i="0" u="none" strike="noStrike" cap="none" dirty="0">
                <a:solidFill>
                  <a:schemeClr val="dk1"/>
                </a:solidFill>
                <a:latin typeface="Roboto"/>
                <a:ea typeface="Roboto"/>
                <a:cs typeface="Roboto"/>
                <a:sym typeface="Roboto"/>
              </a:endParaRPr>
            </a:p>
          </p:txBody>
        </p:sp>
        <p:sp>
          <p:nvSpPr>
            <p:cNvPr id="164" name="Google Shape;164;p6"/>
            <p:cNvSpPr txBox="1"/>
            <p:nvPr/>
          </p:nvSpPr>
          <p:spPr>
            <a:xfrm>
              <a:off x="7499536" y="2093808"/>
              <a:ext cx="436800" cy="321000"/>
            </a:xfrm>
            <a:prstGeom prst="rect">
              <a:avLst/>
            </a:prstGeom>
            <a:noFill/>
            <a:ln>
              <a:noFill/>
            </a:ln>
          </p:spPr>
          <p:txBody>
            <a:bodyPr spcFirstLastPara="1" wrap="square" lIns="91425" tIns="91425" rIns="91425" bIns="91425" anchor="t" anchorCtr="0">
              <a:noAutofit/>
            </a:bodyPr>
            <a:lstStyle/>
            <a:p>
              <a:pPr marL="0" marR="0" lvl="0" indent="0" algn="ctr" rtl="0">
                <a:lnSpc>
                  <a:spcPct val="115000"/>
                </a:lnSpc>
                <a:spcBef>
                  <a:spcPts val="0"/>
                </a:spcBef>
                <a:spcAft>
                  <a:spcPts val="1600"/>
                </a:spcAft>
                <a:buClr>
                  <a:srgbClr val="000000"/>
                </a:buClr>
                <a:buSzPts val="1000"/>
                <a:buFont typeface="Arial"/>
                <a:buNone/>
              </a:pPr>
              <a:r>
                <a:rPr lang="en" sz="1000" b="1" i="0" u="none" strike="noStrike" cap="none">
                  <a:solidFill>
                    <a:srgbClr val="0C0C0C"/>
                  </a:solidFill>
                  <a:latin typeface="Roboto"/>
                  <a:ea typeface="Roboto"/>
                  <a:cs typeface="Roboto"/>
                  <a:sym typeface="Roboto"/>
                </a:rPr>
                <a:t>265</a:t>
              </a:r>
              <a:endParaRPr sz="800" b="1" i="0" u="none" strike="noStrike" cap="none">
                <a:solidFill>
                  <a:schemeClr val="dk1"/>
                </a:solidFill>
                <a:latin typeface="Roboto"/>
                <a:ea typeface="Roboto"/>
                <a:cs typeface="Roboto"/>
                <a:sym typeface="Roboto"/>
              </a:endParaRPr>
            </a:p>
          </p:txBody>
        </p:sp>
      </p:grpSp>
      <p:sp>
        <p:nvSpPr>
          <p:cNvPr id="165" name="Google Shape;165;p6">
            <a:extLst>
              <a:ext uri="{C183D7F6-B498-43B3-948B-1728B52AA6E4}">
                <adec:decorative xmlns:adec="http://schemas.microsoft.com/office/drawing/2017/decorative" val="1"/>
              </a:ext>
            </a:extLst>
          </p:cNvPr>
          <p:cNvSpPr/>
          <p:nvPr/>
        </p:nvSpPr>
        <p:spPr>
          <a:xfrm>
            <a:off x="2945450" y="1118233"/>
            <a:ext cx="365700" cy="36900"/>
          </a:xfrm>
          <a:prstGeom prst="roundRect">
            <a:avLst>
              <a:gd name="adj" fmla="val 50000"/>
            </a:avLst>
          </a:prstGeom>
          <a:solidFill>
            <a:srgbClr val="B6A479"/>
          </a:solidFill>
          <a:ln w="9525" cap="flat" cmpd="sng">
            <a:solidFill>
              <a:srgbClr val="B6A479"/>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6" name="Google Shape;166;p6">
            <a:extLst>
              <a:ext uri="{C183D7F6-B498-43B3-948B-1728B52AA6E4}">
                <adec:decorative xmlns:adec="http://schemas.microsoft.com/office/drawing/2017/decorative" val="1"/>
              </a:ext>
            </a:extLst>
          </p:cNvPr>
          <p:cNvSpPr/>
          <p:nvPr/>
        </p:nvSpPr>
        <p:spPr>
          <a:xfrm>
            <a:off x="4768850" y="1118235"/>
            <a:ext cx="365700" cy="36900"/>
          </a:xfrm>
          <a:prstGeom prst="roundRect">
            <a:avLst>
              <a:gd name="adj" fmla="val 50000"/>
            </a:avLst>
          </a:prstGeom>
          <a:solidFill>
            <a:srgbClr val="4C3282"/>
          </a:solidFill>
          <a:ln w="9525" cap="flat" cmpd="sng">
            <a:solidFill>
              <a:srgbClr val="4C328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7" name="Google Shape;167;p6">
            <a:extLst>
              <a:ext uri="{C183D7F6-B498-43B3-948B-1728B52AA6E4}">
                <adec:decorative xmlns:adec="http://schemas.microsoft.com/office/drawing/2017/decorative" val="1"/>
              </a:ext>
            </a:extLst>
          </p:cNvPr>
          <p:cNvSpPr/>
          <p:nvPr/>
        </p:nvSpPr>
        <p:spPr>
          <a:xfrm>
            <a:off x="6246975" y="1118225"/>
            <a:ext cx="594300" cy="36900"/>
          </a:xfrm>
          <a:prstGeom prst="roundRect">
            <a:avLst>
              <a:gd name="adj" fmla="val 50000"/>
            </a:avLst>
          </a:prstGeom>
          <a:solidFill>
            <a:srgbClr val="4C3282"/>
          </a:solidFill>
          <a:ln w="9525" cap="flat" cmpd="sng">
            <a:solidFill>
              <a:srgbClr val="4C328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8" name="Google Shape;168;p6">
            <a:extLst>
              <a:ext uri="{C183D7F6-B498-43B3-948B-1728B52AA6E4}">
                <adec:decorative xmlns:adec="http://schemas.microsoft.com/office/drawing/2017/decorative" val="1"/>
              </a:ext>
            </a:extLst>
          </p:cNvPr>
          <p:cNvSpPr/>
          <p:nvPr/>
        </p:nvSpPr>
        <p:spPr>
          <a:xfrm rot="-1535707">
            <a:off x="6236801" y="985845"/>
            <a:ext cx="594432" cy="36901"/>
          </a:xfrm>
          <a:prstGeom prst="roundRect">
            <a:avLst>
              <a:gd name="adj" fmla="val 50000"/>
            </a:avLst>
          </a:prstGeom>
          <a:solidFill>
            <a:srgbClr val="4C3282"/>
          </a:solidFill>
          <a:ln w="9525" cap="flat" cmpd="sng">
            <a:solidFill>
              <a:srgbClr val="4C328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9" name="Google Shape;169;p6">
            <a:extLst>
              <a:ext uri="{C183D7F6-B498-43B3-948B-1728B52AA6E4}">
                <adec:decorative xmlns:adec="http://schemas.microsoft.com/office/drawing/2017/decorative" val="1"/>
              </a:ext>
            </a:extLst>
          </p:cNvPr>
          <p:cNvSpPr/>
          <p:nvPr/>
        </p:nvSpPr>
        <p:spPr>
          <a:xfrm rot="-9264293" flipH="1">
            <a:off x="6226676" y="1251420"/>
            <a:ext cx="594432" cy="36901"/>
          </a:xfrm>
          <a:prstGeom prst="roundRect">
            <a:avLst>
              <a:gd name="adj" fmla="val 50000"/>
            </a:avLst>
          </a:prstGeom>
          <a:solidFill>
            <a:srgbClr val="4C3282"/>
          </a:solidFill>
          <a:ln w="9525" cap="flat" cmpd="sng">
            <a:solidFill>
              <a:srgbClr val="4C3282"/>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0" name="Google Shape;170;p6"/>
          <p:cNvSpPr txBox="1"/>
          <p:nvPr/>
        </p:nvSpPr>
        <p:spPr>
          <a:xfrm>
            <a:off x="6882950" y="925925"/>
            <a:ext cx="2185800" cy="421500"/>
          </a:xfrm>
          <a:prstGeom prst="rect">
            <a:avLst/>
          </a:prstGeom>
          <a:noFill/>
          <a:ln>
            <a:noFill/>
          </a:ln>
        </p:spPr>
        <p:txBody>
          <a:bodyPr spcFirstLastPara="1" wrap="square" lIns="91425" tIns="91425" rIns="91425" bIns="91425" anchor="b" anchorCtr="0">
            <a:noAutofit/>
          </a:bodyPr>
          <a:lstStyle/>
          <a:p>
            <a:pPr marL="0" marR="0" lvl="0" indent="0" algn="l" rtl="0">
              <a:lnSpc>
                <a:spcPct val="115000"/>
              </a:lnSpc>
              <a:spcBef>
                <a:spcPts val="0"/>
              </a:spcBef>
              <a:spcAft>
                <a:spcPts val="0"/>
              </a:spcAft>
              <a:buClr>
                <a:srgbClr val="000000"/>
              </a:buClr>
              <a:buSzPts val="1400"/>
              <a:buFont typeface="Arial"/>
              <a:buNone/>
            </a:pPr>
            <a:r>
              <a:rPr lang="en" sz="1400" b="1" i="0" u="none" strike="noStrike" cap="none">
                <a:solidFill>
                  <a:schemeClr val="dk1"/>
                </a:solidFill>
                <a:latin typeface="Roboto"/>
                <a:ea typeface="Roboto"/>
                <a:cs typeface="Roboto"/>
                <a:sym typeface="Roboto"/>
              </a:rPr>
              <a:t>CS Specializations</a:t>
            </a:r>
            <a:endParaRPr sz="1400" b="0" i="0" u="none" strike="noStrike" cap="none">
              <a:solidFill>
                <a:schemeClr val="dk1"/>
              </a:solidFill>
              <a:latin typeface="Roboto"/>
              <a:ea typeface="Roboto"/>
              <a:cs typeface="Roboto"/>
              <a:sym typeface="Roboto"/>
            </a:endParaRPr>
          </a:p>
        </p:txBody>
      </p:sp>
      <p:sp>
        <p:nvSpPr>
          <p:cNvPr id="172" name="Google Shape;172;p6"/>
          <p:cNvSpPr txBox="1"/>
          <p:nvPr/>
        </p:nvSpPr>
        <p:spPr>
          <a:xfrm>
            <a:off x="6882950" y="2953350"/>
            <a:ext cx="2185800" cy="2145600"/>
          </a:xfrm>
          <a:prstGeom prst="rect">
            <a:avLst/>
          </a:prstGeom>
          <a:noFill/>
          <a:ln>
            <a:noFill/>
          </a:ln>
        </p:spPr>
        <p:txBody>
          <a:bodyPr spcFirstLastPara="1" wrap="square" lIns="91425" tIns="91425" rIns="91425" bIns="91425" anchor="b" anchorCtr="0">
            <a:noAutofit/>
          </a:bodyPr>
          <a:lstStyle/>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Web development</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Mobile Applications</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Databases</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Cybersecurity</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Computer Systems</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AI/Machine Learning</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Data Science</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Advanced Algorithms</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Human-Computer Interaction</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Interdisciplinary…</a:t>
            </a:r>
            <a:endParaRPr sz="1400" b="0" i="0" u="none" strike="noStrike" cap="none">
              <a:solidFill>
                <a:schemeClr val="dk1"/>
              </a:solidFill>
              <a:latin typeface="Roboto"/>
              <a:ea typeface="Roboto"/>
              <a:cs typeface="Roboto"/>
              <a:sym typeface="Roboto"/>
            </a:endParaRPr>
          </a:p>
          <a:p>
            <a:pPr marL="457200" marR="0" lvl="0" indent="-317500" algn="l" rtl="0">
              <a:lnSpc>
                <a:spcPct val="115000"/>
              </a:lnSpc>
              <a:spcBef>
                <a:spcPts val="0"/>
              </a:spcBef>
              <a:spcAft>
                <a:spcPts val="0"/>
              </a:spcAft>
              <a:buClr>
                <a:schemeClr val="dk1"/>
              </a:buClr>
              <a:buSzPts val="1400"/>
              <a:buFont typeface="Roboto"/>
              <a:buChar char="●"/>
            </a:pPr>
            <a:r>
              <a:rPr lang="en" sz="1400" b="0" i="0" u="none" strike="noStrike" cap="none">
                <a:solidFill>
                  <a:schemeClr val="dk1"/>
                </a:solidFill>
                <a:latin typeface="Roboto"/>
                <a:ea typeface="Roboto"/>
                <a:cs typeface="Roboto"/>
                <a:sym typeface="Roboto"/>
              </a:rPr>
              <a:t>And many more!</a:t>
            </a:r>
            <a:endParaRPr sz="1400" b="0" i="0" u="none" strike="noStrike" cap="none">
              <a:solidFill>
                <a:schemeClr val="dk1"/>
              </a:solidFill>
              <a:latin typeface="Roboto"/>
              <a:ea typeface="Roboto"/>
              <a:cs typeface="Roboto"/>
              <a:sym typeface="Roboto"/>
            </a:endParaRPr>
          </a:p>
        </p:txBody>
      </p:sp>
      <p:sp>
        <p:nvSpPr>
          <p:cNvPr id="171" name="Google Shape;171;p6"/>
          <p:cNvSpPr txBox="1"/>
          <p:nvPr/>
        </p:nvSpPr>
        <p:spPr>
          <a:xfrm>
            <a:off x="119175" y="3810075"/>
            <a:ext cx="6127800" cy="697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chemeClr val="dk2"/>
                </a:solidFill>
                <a:latin typeface="Open Sans"/>
                <a:ea typeface="Open Sans"/>
                <a:cs typeface="Open Sans"/>
                <a:sym typeface="Open Sans"/>
              </a:rPr>
              <a:t>If you are learning programming to help write smaller scale programs for other fields (ex. Physical sciences), you don’t need to go down this full path towards the more computer science-y specializations</a:t>
            </a:r>
            <a:endParaRPr sz="1600" b="0" i="0" u="none" strike="noStrike" cap="none">
              <a:solidFill>
                <a:schemeClr val="dk2"/>
              </a:solidFill>
              <a:latin typeface="Open Sans"/>
              <a:ea typeface="Open Sans"/>
              <a:cs typeface="Open Sans"/>
              <a:sym typeface="Open Sans"/>
            </a:endParaRPr>
          </a:p>
        </p:txBody>
      </p:sp>
      <p:sp>
        <p:nvSpPr>
          <p:cNvPr id="173" name="Google Shape;173;p6"/>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5</a:t>
            </a:fld>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g320ca67c64f_0_233"/>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p>
            <a:pPr marL="0" lvl="0" indent="0" algn="l" rtl="0">
              <a:spcBef>
                <a:spcPts val="0"/>
              </a:spcBef>
              <a:spcAft>
                <a:spcPts val="0"/>
              </a:spcAft>
              <a:buNone/>
            </a:pPr>
            <a:r>
              <a:rPr lang="en"/>
              <a:t>Communication Tools</a:t>
            </a:r>
            <a:endParaRPr/>
          </a:p>
        </p:txBody>
      </p:sp>
      <p:sp>
        <p:nvSpPr>
          <p:cNvPr id="179" name="Google Shape;179;g320ca67c64f_0_233"/>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p>
            <a:pPr lvl="0"/>
            <a:r>
              <a:rPr lang="en-US" dirty="0"/>
              <a:t>CANVAS</a:t>
            </a:r>
          </a:p>
          <a:p>
            <a:pPr lvl="1"/>
            <a:r>
              <a:rPr lang="en-US" dirty="0"/>
              <a:t>Most everything you need is here!</a:t>
            </a:r>
          </a:p>
          <a:p>
            <a:pPr lvl="0"/>
            <a:r>
              <a:rPr lang="en-US" dirty="0"/>
              <a:t>Zoom for one-on-one appointments</a:t>
            </a:r>
          </a:p>
          <a:p>
            <a:pPr lvl="0"/>
            <a:r>
              <a:rPr lang="en-US" dirty="0"/>
              <a:t>Email/Canvas message to reach me.</a:t>
            </a:r>
          </a:p>
          <a:p>
            <a:pPr lvl="1"/>
            <a:r>
              <a:rPr lang="en-US" dirty="0"/>
              <a:t>Setup zoom appointments through this</a:t>
            </a:r>
          </a:p>
          <a:p>
            <a:r>
              <a:rPr lang="en-US" dirty="0"/>
              <a:t>In-person office hours!</a:t>
            </a:r>
          </a:p>
        </p:txBody>
      </p:sp>
      <p:sp>
        <p:nvSpPr>
          <p:cNvPr id="180" name="Google Shape;180;g320ca67c64f_0_233"/>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g320ca67c64f_0_259"/>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p>
            <a:pPr marL="0" lvl="0" indent="0" algn="l" rtl="0">
              <a:spcBef>
                <a:spcPts val="0"/>
              </a:spcBef>
              <a:spcAft>
                <a:spcPts val="0"/>
              </a:spcAft>
              <a:buNone/>
            </a:pPr>
            <a:r>
              <a:rPr lang="en"/>
              <a:t>Let’s look at Canvas #1</a:t>
            </a:r>
            <a:endParaRPr/>
          </a:p>
        </p:txBody>
      </p:sp>
      <p:sp>
        <p:nvSpPr>
          <p:cNvPr id="209" name="Google Shape;209;g320ca67c64f_0_259"/>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p>
            <a:pPr marL="0" lvl="0" indent="0" algn="l" rtl="0">
              <a:spcBef>
                <a:spcPts val="0"/>
              </a:spcBef>
              <a:spcAft>
                <a:spcPts val="0"/>
              </a:spcAft>
              <a:buNone/>
            </a:pPr>
            <a:r>
              <a:rPr lang="en" dirty="0"/>
              <a:t>Home page</a:t>
            </a:r>
            <a:endParaRPr dirty="0"/>
          </a:p>
          <a:p>
            <a:pPr marL="914400" lvl="1" indent="-330200" algn="l" rtl="0">
              <a:spcBef>
                <a:spcPts val="1200"/>
              </a:spcBef>
              <a:spcAft>
                <a:spcPts val="0"/>
              </a:spcAft>
              <a:buSzPts val="1600"/>
              <a:buChar char="•"/>
            </a:pPr>
            <a:r>
              <a:rPr lang="en" dirty="0"/>
              <a:t>Office Hours</a:t>
            </a:r>
            <a:endParaRPr dirty="0"/>
          </a:p>
          <a:p>
            <a:pPr marL="914400" lvl="1" indent="-330200" algn="l" rtl="0">
              <a:spcBef>
                <a:spcPts val="0"/>
              </a:spcBef>
              <a:spcAft>
                <a:spcPts val="0"/>
              </a:spcAft>
              <a:buSzPts val="1600"/>
              <a:buChar char="•"/>
            </a:pPr>
            <a:r>
              <a:rPr lang="en" b="1" dirty="0"/>
              <a:t>Free</a:t>
            </a:r>
            <a:r>
              <a:rPr lang="en" dirty="0"/>
              <a:t> online textbook</a:t>
            </a:r>
            <a:endParaRPr dirty="0"/>
          </a:p>
          <a:p>
            <a:pPr marL="0" lvl="0" indent="0" algn="l" rtl="0">
              <a:spcBef>
                <a:spcPts val="1200"/>
              </a:spcBef>
              <a:spcAft>
                <a:spcPts val="0"/>
              </a:spcAft>
              <a:buNone/>
            </a:pPr>
            <a:r>
              <a:rPr lang="en" dirty="0"/>
              <a:t>Using Office Hours</a:t>
            </a:r>
            <a:endParaRPr dirty="0"/>
          </a:p>
          <a:p>
            <a:pPr marL="457200" lvl="0" indent="-323850" algn="l" rtl="0">
              <a:spcBef>
                <a:spcPts val="1200"/>
              </a:spcBef>
              <a:spcAft>
                <a:spcPts val="0"/>
              </a:spcAft>
              <a:buSzPts val="1500"/>
              <a:buChar char="•"/>
            </a:pPr>
            <a:r>
              <a:rPr lang="en" sz="1500" dirty="0"/>
              <a:t>Obtain help on understanding: </a:t>
            </a:r>
            <a:endParaRPr sz="1500" dirty="0"/>
          </a:p>
          <a:p>
            <a:pPr marL="914400" lvl="1" indent="-323850" algn="l" rtl="0">
              <a:spcBef>
                <a:spcPts val="0"/>
              </a:spcBef>
              <a:spcAft>
                <a:spcPts val="0"/>
              </a:spcAft>
              <a:buSzPts val="1500"/>
              <a:buChar char="•"/>
            </a:pPr>
            <a:r>
              <a:rPr lang="en" sz="1500" dirty="0"/>
              <a:t>In-class work</a:t>
            </a:r>
            <a:endParaRPr sz="1500" dirty="0"/>
          </a:p>
          <a:p>
            <a:pPr marL="914400" lvl="1" indent="-323850" algn="l" rtl="0">
              <a:spcBef>
                <a:spcPts val="0"/>
              </a:spcBef>
              <a:spcAft>
                <a:spcPts val="0"/>
              </a:spcAft>
              <a:buSzPts val="1500"/>
              <a:buChar char="•"/>
            </a:pPr>
            <a:r>
              <a:rPr lang="en" sz="1500" dirty="0"/>
              <a:t>Out of class assignments </a:t>
            </a:r>
            <a:endParaRPr sz="1500" dirty="0"/>
          </a:p>
          <a:p>
            <a:pPr marL="914400" lvl="1" indent="-323850" algn="l" rtl="0">
              <a:spcBef>
                <a:spcPts val="0"/>
              </a:spcBef>
              <a:spcAft>
                <a:spcPts val="0"/>
              </a:spcAft>
              <a:buSzPts val="1500"/>
              <a:buChar char="•"/>
            </a:pPr>
            <a:r>
              <a:rPr lang="en" sz="1500" dirty="0"/>
              <a:t>Feedback I’ve given you on an assignment.</a:t>
            </a:r>
            <a:endParaRPr sz="1500" dirty="0"/>
          </a:p>
          <a:p>
            <a:pPr marL="457200" lvl="0" indent="-323850" algn="l" rtl="0">
              <a:spcBef>
                <a:spcPts val="0"/>
              </a:spcBef>
              <a:spcAft>
                <a:spcPts val="0"/>
              </a:spcAft>
              <a:buSzPts val="1500"/>
              <a:buChar char="•"/>
            </a:pPr>
            <a:r>
              <a:rPr lang="en" sz="1500" dirty="0"/>
              <a:t>Have a space to work on assignments… </a:t>
            </a:r>
            <a:endParaRPr sz="1500" dirty="0"/>
          </a:p>
          <a:p>
            <a:pPr marL="914400" lvl="1" indent="-323850" algn="l" rtl="0">
              <a:spcBef>
                <a:spcPts val="0"/>
              </a:spcBef>
              <a:spcAft>
                <a:spcPts val="0"/>
              </a:spcAft>
              <a:buSzPts val="1500"/>
              <a:buChar char="•"/>
            </a:pPr>
            <a:r>
              <a:rPr lang="en" sz="1500" dirty="0"/>
              <a:t>It's totally fine if you don't have any questions! But if you do I will be easily in reach!</a:t>
            </a:r>
            <a:endParaRPr sz="1500" dirty="0"/>
          </a:p>
          <a:p>
            <a:pPr marL="457200" lvl="0" indent="-323850" algn="l" rtl="0">
              <a:spcBef>
                <a:spcPts val="0"/>
              </a:spcBef>
              <a:spcAft>
                <a:spcPts val="0"/>
              </a:spcAft>
              <a:buSzPts val="1500"/>
              <a:buChar char="•"/>
            </a:pPr>
            <a:r>
              <a:rPr lang="en" sz="1500" dirty="0"/>
              <a:t>Ask about more advanced CS topics you're interested in</a:t>
            </a:r>
            <a:endParaRPr sz="1500" dirty="0"/>
          </a:p>
          <a:p>
            <a:pPr marL="457200" lvl="0" indent="-323850" algn="l" rtl="0">
              <a:spcBef>
                <a:spcPts val="0"/>
              </a:spcBef>
              <a:spcAft>
                <a:spcPts val="0"/>
              </a:spcAft>
              <a:buSzPts val="1500"/>
              <a:buChar char="•"/>
            </a:pPr>
            <a:r>
              <a:rPr lang="en" sz="1500" dirty="0"/>
              <a:t>Talk about non-CS interests</a:t>
            </a:r>
            <a:endParaRPr sz="1500" dirty="0"/>
          </a:p>
          <a:p>
            <a:pPr marL="0" lvl="0" indent="0" algn="l" rtl="0">
              <a:spcBef>
                <a:spcPts val="1200"/>
              </a:spcBef>
              <a:spcAft>
                <a:spcPts val="0"/>
              </a:spcAft>
              <a:buNone/>
            </a:pPr>
            <a:endParaRPr dirty="0"/>
          </a:p>
          <a:p>
            <a:pPr marL="0" lvl="0" indent="0" algn="l" rtl="0">
              <a:spcBef>
                <a:spcPts val="1200"/>
              </a:spcBef>
              <a:spcAft>
                <a:spcPts val="0"/>
              </a:spcAft>
              <a:buClr>
                <a:schemeClr val="dk2"/>
              </a:buClr>
              <a:buSzPts val="1100"/>
              <a:buFont typeface="Arial"/>
              <a:buNone/>
            </a:pPr>
            <a:endParaRPr dirty="0"/>
          </a:p>
          <a:p>
            <a:pPr marL="0" lvl="0" indent="0" algn="l" rtl="0">
              <a:spcBef>
                <a:spcPts val="1200"/>
              </a:spcBef>
              <a:spcAft>
                <a:spcPts val="1200"/>
              </a:spcAft>
              <a:buNone/>
            </a:pPr>
            <a:endParaRPr dirty="0"/>
          </a:p>
        </p:txBody>
      </p:sp>
      <p:sp>
        <p:nvSpPr>
          <p:cNvPr id="210" name="Google Shape;210;g320ca67c64f_0_259"/>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g320ca67c64f_0_265"/>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p>
            <a:pPr marL="0" lvl="0" indent="0" algn="l" rtl="0">
              <a:spcBef>
                <a:spcPts val="0"/>
              </a:spcBef>
              <a:spcAft>
                <a:spcPts val="0"/>
              </a:spcAft>
              <a:buNone/>
            </a:pPr>
            <a:r>
              <a:rPr lang="en"/>
              <a:t>Let’s look at Canvas #2</a:t>
            </a:r>
            <a:endParaRPr/>
          </a:p>
        </p:txBody>
      </p:sp>
      <p:sp>
        <p:nvSpPr>
          <p:cNvPr id="216" name="Google Shape;216;g320ca67c64f_0_265"/>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p>
            <a:pPr marL="457200" lvl="0" indent="-330200" algn="l" rtl="0">
              <a:spcBef>
                <a:spcPts val="0"/>
              </a:spcBef>
              <a:spcAft>
                <a:spcPts val="0"/>
              </a:spcAft>
              <a:buSzPts val="1600"/>
              <a:buChar char="•"/>
            </a:pPr>
            <a:r>
              <a:rPr lang="en" dirty="0"/>
              <a:t>Announcements</a:t>
            </a:r>
            <a:endParaRPr dirty="0"/>
          </a:p>
          <a:p>
            <a:pPr marL="914400" lvl="1" indent="-330200" algn="l" rtl="0">
              <a:spcBef>
                <a:spcPts val="0"/>
              </a:spcBef>
              <a:spcAft>
                <a:spcPts val="0"/>
              </a:spcAft>
              <a:buSzPts val="1600"/>
              <a:buChar char="•"/>
            </a:pPr>
            <a:r>
              <a:rPr lang="en" dirty="0"/>
              <a:t>Please set up your Canvas Notifications so you get Announcements and Grades “Immediately”.</a:t>
            </a:r>
          </a:p>
          <a:p>
            <a:pPr marL="914400" lvl="1" indent="-330200" algn="l" rtl="0">
              <a:spcBef>
                <a:spcPts val="0"/>
              </a:spcBef>
              <a:spcAft>
                <a:spcPts val="0"/>
              </a:spcAft>
              <a:buSzPts val="1600"/>
              <a:buChar char="•"/>
            </a:pPr>
            <a:r>
              <a:rPr lang="en" dirty="0"/>
              <a:t>Account Notifications:</a:t>
            </a:r>
            <a:endParaRPr dirty="0"/>
          </a:p>
          <a:p>
            <a:pPr marL="0" lvl="0" indent="0" algn="l" rtl="0">
              <a:spcBef>
                <a:spcPts val="1200"/>
              </a:spcBef>
              <a:spcAft>
                <a:spcPts val="0"/>
              </a:spcAft>
              <a:buClr>
                <a:schemeClr val="dk2"/>
              </a:buClr>
              <a:buSzPts val="1100"/>
              <a:buFont typeface="Arial"/>
              <a:buNone/>
            </a:pPr>
            <a:endParaRPr dirty="0"/>
          </a:p>
          <a:p>
            <a:pPr marL="0" lvl="0" indent="0" algn="l" rtl="0">
              <a:spcBef>
                <a:spcPts val="1200"/>
              </a:spcBef>
              <a:spcAft>
                <a:spcPts val="1200"/>
              </a:spcAft>
              <a:buNone/>
            </a:pPr>
            <a:endParaRPr dirty="0"/>
          </a:p>
        </p:txBody>
      </p:sp>
      <p:pic>
        <p:nvPicPr>
          <p:cNvPr id="218" name="Google Shape;218;g320ca67c64f_0_265" descr="Click on Account on the left-hand bar of Canvas. Then click on Notifications."/>
          <p:cNvPicPr preferRelativeResize="0"/>
          <p:nvPr/>
        </p:nvPicPr>
        <p:blipFill rotWithShape="1">
          <a:blip r:embed="rId3">
            <a:alphaModFix/>
          </a:blip>
          <a:srcRect/>
          <a:stretch/>
        </p:blipFill>
        <p:spPr>
          <a:xfrm>
            <a:off x="138950" y="2244500"/>
            <a:ext cx="3567400" cy="967700"/>
          </a:xfrm>
          <a:prstGeom prst="rect">
            <a:avLst/>
          </a:prstGeom>
          <a:noFill/>
          <a:ln>
            <a:noFill/>
          </a:ln>
        </p:spPr>
      </p:pic>
      <p:pic>
        <p:nvPicPr>
          <p:cNvPr id="219" name="Google Shape;219;g320ca67c64f_0_265" descr="Within notification settings. Adjust the push notifications and email options for due date, announcement, and grading."/>
          <p:cNvPicPr preferRelativeResize="0"/>
          <p:nvPr/>
        </p:nvPicPr>
        <p:blipFill>
          <a:blip r:embed="rId4">
            <a:alphaModFix/>
          </a:blip>
          <a:stretch>
            <a:fillRect/>
          </a:stretch>
        </p:blipFill>
        <p:spPr>
          <a:xfrm>
            <a:off x="3845300" y="1836075"/>
            <a:ext cx="5218830" cy="3083324"/>
          </a:xfrm>
          <a:prstGeom prst="rect">
            <a:avLst/>
          </a:prstGeom>
          <a:noFill/>
          <a:ln>
            <a:noFill/>
          </a:ln>
        </p:spPr>
      </p:pic>
      <p:sp>
        <p:nvSpPr>
          <p:cNvPr id="217" name="Google Shape;217;g320ca67c64f_0_265"/>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5"/>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p>
            <a:pPr marL="0" lvl="0" indent="0" algn="l" rtl="0">
              <a:spcBef>
                <a:spcPts val="0"/>
              </a:spcBef>
              <a:spcAft>
                <a:spcPts val="0"/>
              </a:spcAft>
              <a:buNone/>
            </a:pPr>
            <a:r>
              <a:rPr lang="en"/>
              <a:t>Let’s look at Canvas #3</a:t>
            </a:r>
            <a:endParaRPr/>
          </a:p>
        </p:txBody>
      </p:sp>
      <p:sp>
        <p:nvSpPr>
          <p:cNvPr id="178" name="Google Shape;178;p25"/>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p>
            <a:pPr marL="0" lvl="0" indent="0" algn="l" rtl="0">
              <a:spcBef>
                <a:spcPts val="0"/>
              </a:spcBef>
              <a:spcAft>
                <a:spcPts val="0"/>
              </a:spcAft>
              <a:buClr>
                <a:schemeClr val="dk2"/>
              </a:buClr>
              <a:buSzPts val="1100"/>
              <a:buFont typeface="Arial"/>
              <a:buNone/>
            </a:pPr>
            <a:r>
              <a:rPr lang="en" b="1" dirty="0"/>
              <a:t>Modules</a:t>
            </a:r>
            <a:endParaRPr b="1" dirty="0"/>
          </a:p>
          <a:p>
            <a:pPr marL="457200" lvl="0" indent="-330200" algn="l" rtl="0">
              <a:spcBef>
                <a:spcPts val="1200"/>
              </a:spcBef>
              <a:spcAft>
                <a:spcPts val="0"/>
              </a:spcAft>
              <a:buSzPts val="1600"/>
              <a:buChar char="•"/>
            </a:pPr>
            <a:r>
              <a:rPr lang="en" dirty="0"/>
              <a:t>This is where almost all the course material is</a:t>
            </a:r>
            <a:endParaRPr dirty="0"/>
          </a:p>
          <a:p>
            <a:pPr marL="457200" lvl="0" indent="-330200" algn="l" rtl="0">
              <a:spcBef>
                <a:spcPts val="0"/>
              </a:spcBef>
              <a:spcAft>
                <a:spcPts val="0"/>
              </a:spcAft>
              <a:buSzPts val="1600"/>
              <a:buChar char="•"/>
            </a:pPr>
            <a:r>
              <a:rPr lang="en" dirty="0"/>
              <a:t>The modules are organized into big-topic chunk modules</a:t>
            </a:r>
            <a:endParaRPr dirty="0"/>
          </a:p>
          <a:p>
            <a:pPr marL="457200" lvl="0" indent="-330200" algn="l" rtl="0">
              <a:spcBef>
                <a:spcPts val="0"/>
              </a:spcBef>
              <a:spcAft>
                <a:spcPts val="0"/>
              </a:spcAft>
              <a:buSzPts val="1600"/>
              <a:buChar char="•"/>
            </a:pPr>
            <a:r>
              <a:rPr lang="en" b="1" dirty="0">
                <a:solidFill>
                  <a:srgbClr val="8B008B"/>
                </a:solidFill>
              </a:rPr>
              <a:t>Syllabus</a:t>
            </a:r>
            <a:endParaRPr b="1" dirty="0">
              <a:solidFill>
                <a:srgbClr val="8B008B"/>
              </a:solidFill>
            </a:endParaRPr>
          </a:p>
          <a:p>
            <a:pPr marL="914400" lvl="1" indent="-330200" algn="l" rtl="0">
              <a:spcBef>
                <a:spcPts val="0"/>
              </a:spcBef>
              <a:spcAft>
                <a:spcPts val="0"/>
              </a:spcAft>
              <a:buSzPts val="1600"/>
              <a:buChar char="•"/>
            </a:pPr>
            <a:r>
              <a:rPr lang="en" dirty="0"/>
              <a:t>If info isn’t on here, you should ask before it’s an issue.</a:t>
            </a:r>
            <a:endParaRPr dirty="0"/>
          </a:p>
          <a:p>
            <a:pPr marL="914400" lvl="1" indent="-330200" algn="l" rtl="0">
              <a:spcBef>
                <a:spcPts val="0"/>
              </a:spcBef>
              <a:spcAft>
                <a:spcPts val="0"/>
              </a:spcAft>
              <a:buSzPts val="1600"/>
              <a:buChar char="•"/>
            </a:pPr>
            <a:r>
              <a:rPr lang="en" dirty="0"/>
              <a:t>YOU are responsible for knowing the syllabus!</a:t>
            </a:r>
            <a:endParaRPr dirty="0"/>
          </a:p>
          <a:p>
            <a:pPr marL="0" lvl="0" indent="0" algn="l" rtl="0">
              <a:spcBef>
                <a:spcPts val="1200"/>
              </a:spcBef>
              <a:spcAft>
                <a:spcPts val="0"/>
              </a:spcAft>
              <a:buNone/>
            </a:pPr>
            <a:r>
              <a:rPr lang="en-US" b="1" i="1" dirty="0"/>
              <a:t>Overview of materials for Getting Started modules (on Canvas)</a:t>
            </a:r>
            <a:endParaRPr b="1" i="1" dirty="0"/>
          </a:p>
          <a:p>
            <a:pPr marL="0" lvl="0" indent="0" algn="l" rtl="0">
              <a:spcBef>
                <a:spcPts val="1200"/>
              </a:spcBef>
              <a:spcAft>
                <a:spcPts val="0"/>
              </a:spcAft>
              <a:buClr>
                <a:schemeClr val="dk2"/>
              </a:buClr>
              <a:buSzPts val="1100"/>
              <a:buFont typeface="Arial"/>
              <a:buNone/>
            </a:pPr>
            <a:endParaRPr dirty="0"/>
          </a:p>
          <a:p>
            <a:pPr marL="0" lvl="0" indent="0" algn="l" rtl="0">
              <a:spcBef>
                <a:spcPts val="1200"/>
              </a:spcBef>
              <a:spcAft>
                <a:spcPts val="0"/>
              </a:spcAft>
              <a:buClr>
                <a:schemeClr val="dk2"/>
              </a:buClr>
              <a:buSzPts val="1100"/>
              <a:buFont typeface="Arial"/>
              <a:buNone/>
            </a:pPr>
            <a:endParaRPr dirty="0"/>
          </a:p>
          <a:p>
            <a:pPr marL="0" lvl="0" indent="0" algn="l" rtl="0">
              <a:spcBef>
                <a:spcPts val="1200"/>
              </a:spcBef>
              <a:spcAft>
                <a:spcPts val="1200"/>
              </a:spcAft>
              <a:buNone/>
            </a:pPr>
            <a:endParaRPr dirty="0"/>
          </a:p>
        </p:txBody>
      </p:sp>
      <p:sp>
        <p:nvSpPr>
          <p:cNvPr id="179" name="Google Shape;179;p25"/>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4800" b="1" i="0" u="none" strike="noStrike" kern="0" cap="none" spc="0" normalizeH="0" baseline="0" noProof="0">
                <a:ln>
                  <a:noFill/>
                </a:ln>
                <a:solidFill>
                  <a:srgbClr val="382E42"/>
                </a:solidFill>
                <a:effectLst/>
                <a:uLnTx/>
                <a:uFillTx/>
                <a:latin typeface="Encode Sans Condensed"/>
                <a:sym typeface="Encode Sans Condensed"/>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9</a:t>
            </a:fld>
            <a:endParaRPr kumimoji="0" sz="4800" b="1" i="0" u="none" strike="noStrike" kern="0" cap="none" spc="0" normalizeH="0" baseline="0" noProof="0">
              <a:ln>
                <a:noFill/>
              </a:ln>
              <a:solidFill>
                <a:srgbClr val="382E42"/>
              </a:solidFill>
              <a:effectLst/>
              <a:uLnTx/>
              <a:uFillTx/>
              <a:latin typeface="Encode Sans Condensed"/>
              <a:sym typeface="Encode Sans Condense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7"/>
          <p:cNvSpPr txBox="1">
            <a:spLocks noGrp="1"/>
          </p:cNvSpPr>
          <p:nvPr>
            <p:ph type="title"/>
          </p:nvPr>
        </p:nvSpPr>
        <p:spPr>
          <a:xfrm>
            <a:off x="228599" y="228597"/>
            <a:ext cx="5698671" cy="365700"/>
          </a:xfrm>
          <a:prstGeom prst="rect">
            <a:avLst/>
          </a:prstGeom>
        </p:spPr>
        <p:txBody>
          <a:bodyPr spcFirstLastPara="1" wrap="square" lIns="45700" tIns="45700" rIns="45700" bIns="45700" anchor="ctr" anchorCtr="0">
            <a:noAutofit/>
          </a:bodyPr>
          <a:lstStyle/>
          <a:p>
            <a:r>
              <a:rPr lang="en-US" dirty="0"/>
              <a:t>Class Participation and Expectations</a:t>
            </a:r>
          </a:p>
        </p:txBody>
      </p:sp>
      <p:sp>
        <p:nvSpPr>
          <p:cNvPr id="192" name="Google Shape;192;p27"/>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p>
            <a:pPr marL="127000" indent="0">
              <a:buNone/>
            </a:pPr>
            <a:r>
              <a:rPr lang="en-US" b="1" dirty="0"/>
              <a:t>Class Participation</a:t>
            </a:r>
          </a:p>
          <a:p>
            <a:r>
              <a:rPr lang="en-US" dirty="0"/>
              <a:t>Your participation grade is based on being present and actively engaged in the three in-class activities (2 points per class).</a:t>
            </a:r>
          </a:p>
          <a:p>
            <a:r>
              <a:rPr lang="en-US" dirty="0"/>
              <a:t>You may miss up </a:t>
            </a:r>
            <a:r>
              <a:rPr lang="en-US"/>
              <a:t>to 8 </a:t>
            </a:r>
            <a:r>
              <a:rPr lang="en-US" dirty="0"/>
              <a:t>points (</a:t>
            </a:r>
            <a:r>
              <a:rPr lang="en-US"/>
              <a:t>about 4 </a:t>
            </a:r>
            <a:r>
              <a:rPr lang="en-US" dirty="0"/>
              <a:t>lectures) with no penalty, as those points will be dropped. For details, see the syllabus. If you anticipate missing more than that, please email me.</a:t>
            </a:r>
          </a:p>
          <a:p>
            <a:r>
              <a:rPr lang="en-US" dirty="0"/>
              <a:t>Attending class is in your best interest: the activities closely mirror the kinds of problems you’ll see on exams.</a:t>
            </a:r>
          </a:p>
          <a:p>
            <a:endParaRPr lang="en-US" dirty="0"/>
          </a:p>
          <a:p>
            <a:pPr marL="127000" indent="0">
              <a:buNone/>
            </a:pPr>
            <a:r>
              <a:rPr lang="en-US" b="1" dirty="0"/>
              <a:t>Classroom Expectations</a:t>
            </a:r>
            <a:endParaRPr lang="en-US" dirty="0"/>
          </a:p>
          <a:p>
            <a:r>
              <a:rPr lang="en-US" dirty="0"/>
              <a:t>Please face the front of the room so you can see the material and I can see your faces.</a:t>
            </a:r>
          </a:p>
          <a:p>
            <a:r>
              <a:rPr lang="en-US" dirty="0"/>
              <a:t>Stay quiet while others are working so everyone can hear instructions.</a:t>
            </a:r>
          </a:p>
          <a:p>
            <a:r>
              <a:rPr lang="en-US" dirty="0"/>
              <a:t>Remember: official solution materials are only available in class!</a:t>
            </a:r>
          </a:p>
          <a:p>
            <a:endParaRPr lang="en-US" dirty="0"/>
          </a:p>
        </p:txBody>
      </p:sp>
      <p:sp>
        <p:nvSpPr>
          <p:cNvPr id="193" name="Google Shape;193;p27"/>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4800" b="1" i="0" u="none" strike="noStrike" kern="0" cap="none" spc="0" normalizeH="0" baseline="0" noProof="0">
                <a:ln>
                  <a:noFill/>
                </a:ln>
                <a:solidFill>
                  <a:srgbClr val="382E42"/>
                </a:solidFill>
                <a:effectLst/>
                <a:uLnTx/>
                <a:uFillTx/>
                <a:latin typeface="Encode Sans Condensed"/>
                <a:sym typeface="Encode Sans Condensed"/>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a:t>
            </a:fld>
            <a:endParaRPr kumimoji="0" sz="4800" b="1" i="0" u="none" strike="noStrike" kern="0" cap="none" spc="0" normalizeH="0" baseline="0" noProof="0">
              <a:ln>
                <a:noFill/>
              </a:ln>
              <a:solidFill>
                <a:srgbClr val="382E42"/>
              </a:solidFill>
              <a:effectLst/>
              <a:uLnTx/>
              <a:uFillTx/>
              <a:latin typeface="Encode Sans Condensed"/>
              <a:sym typeface="Encode Sans Condense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7DCD0-797A-4DBF-D7C0-D1C57C618E94}"/>
              </a:ext>
            </a:extLst>
          </p:cNvPr>
          <p:cNvSpPr>
            <a:spLocks noGrp="1"/>
          </p:cNvSpPr>
          <p:nvPr>
            <p:ph type="title"/>
          </p:nvPr>
        </p:nvSpPr>
        <p:spPr/>
        <p:txBody>
          <a:bodyPr/>
          <a:lstStyle/>
          <a:p>
            <a:r>
              <a:rPr lang="en-US" dirty="0"/>
              <a:t>Stepping out of the classroom</a:t>
            </a:r>
          </a:p>
        </p:txBody>
      </p:sp>
      <p:sp>
        <p:nvSpPr>
          <p:cNvPr id="3" name="Text Placeholder 2">
            <a:extLst>
              <a:ext uri="{FF2B5EF4-FFF2-40B4-BE49-F238E27FC236}">
                <a16:creationId xmlns:a16="http://schemas.microsoft.com/office/drawing/2014/main" id="{6411318A-8EEA-1CBB-7CAD-DAC71A4E0051}"/>
              </a:ext>
            </a:extLst>
          </p:cNvPr>
          <p:cNvSpPr>
            <a:spLocks noGrp="1"/>
          </p:cNvSpPr>
          <p:nvPr>
            <p:ph type="body" idx="1"/>
          </p:nvPr>
        </p:nvSpPr>
        <p:spPr/>
        <p:txBody>
          <a:bodyPr/>
          <a:lstStyle/>
          <a:p>
            <a:r>
              <a:rPr lang="en-US" dirty="0"/>
              <a:t>If you are gone for an extended time, you may lose the participation point for that activity—unless you’ve spoken to me about extenuating circumstances.</a:t>
            </a:r>
          </a:p>
          <a:p>
            <a:r>
              <a:rPr lang="en-US" dirty="0"/>
              <a:t>If you need to use the restroom, just step out, no need to inform me.</a:t>
            </a:r>
          </a:p>
          <a:p>
            <a:pPr lvl="1"/>
            <a:r>
              <a:rPr lang="en-US" dirty="0"/>
              <a:t>This does not apply to exams.</a:t>
            </a:r>
          </a:p>
          <a:p>
            <a:r>
              <a:rPr lang="en-US" dirty="0"/>
              <a:t>If needing to use devices for personal reasons, please step into the hallway. Absolutely no devices during non-computer activities, and only laptops/desktops during the computer activity. </a:t>
            </a:r>
          </a:p>
          <a:p>
            <a:pPr lvl="1"/>
            <a:r>
              <a:rPr lang="en-US" dirty="0"/>
              <a:t>Students with formal accommodations may, of course, use devices as needed.</a:t>
            </a:r>
          </a:p>
          <a:p>
            <a:endParaRPr lang="en-US" dirty="0"/>
          </a:p>
        </p:txBody>
      </p:sp>
      <p:sp>
        <p:nvSpPr>
          <p:cNvPr id="4" name="Slide Number Placeholder 3">
            <a:extLst>
              <a:ext uri="{FF2B5EF4-FFF2-40B4-BE49-F238E27FC236}">
                <a16:creationId xmlns:a16="http://schemas.microsoft.com/office/drawing/2014/main" id="{8126FBB8-1AEF-2B0F-1147-296E87C93F53}"/>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4800" b="1" i="0" u="none" strike="noStrike" kern="0" cap="none" spc="0" normalizeH="0" baseline="0" noProof="0" smtClean="0">
                <a:ln>
                  <a:noFill/>
                </a:ln>
                <a:solidFill>
                  <a:srgbClr val="382E42"/>
                </a:solidFill>
                <a:effectLst/>
                <a:uLnTx/>
                <a:uFillTx/>
                <a:latin typeface="Encode Sans Condensed"/>
                <a:sym typeface="Encode Sans Condensed"/>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11</a:t>
            </a:fld>
            <a:endParaRPr kumimoji="0" lang="en" sz="4800" b="1" i="0" u="none" strike="noStrike" kern="0" cap="none" spc="0" normalizeH="0" baseline="0" noProof="0">
              <a:ln>
                <a:noFill/>
              </a:ln>
              <a:solidFill>
                <a:srgbClr val="382E42"/>
              </a:solidFill>
              <a:effectLst/>
              <a:uLnTx/>
              <a:uFillTx/>
              <a:latin typeface="Encode Sans Condensed"/>
              <a:sym typeface="Encode Sans Condensed"/>
            </a:endParaRPr>
          </a:p>
        </p:txBody>
      </p:sp>
    </p:spTree>
    <p:extLst>
      <p:ext uri="{BB962C8B-B14F-4D97-AF65-F5344CB8AC3E}">
        <p14:creationId xmlns:p14="http://schemas.microsoft.com/office/powerpoint/2010/main" val="37019224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8"/>
          <p:cNvSpPr txBox="1">
            <a:spLocks noGrp="1"/>
          </p:cNvSpPr>
          <p:nvPr>
            <p:ph type="title"/>
          </p:nvPr>
        </p:nvSpPr>
        <p:spPr>
          <a:xfrm>
            <a:off x="228600" y="228597"/>
            <a:ext cx="4114800" cy="365700"/>
          </a:xfrm>
          <a:prstGeom prst="rect">
            <a:avLst/>
          </a:prstGeom>
        </p:spPr>
        <p:txBody>
          <a:bodyPr spcFirstLastPara="1" wrap="square" lIns="45700" tIns="45700" rIns="45700" bIns="45700" anchor="ctr" anchorCtr="0">
            <a:noAutofit/>
          </a:bodyPr>
          <a:lstStyle/>
          <a:p>
            <a:pPr marL="0" lvl="0" indent="0" algn="l" rtl="0">
              <a:spcBef>
                <a:spcPts val="0"/>
              </a:spcBef>
              <a:spcAft>
                <a:spcPts val="0"/>
              </a:spcAft>
              <a:buNone/>
            </a:pPr>
            <a:r>
              <a:rPr lang="en"/>
              <a:t>Bring your own laptop</a:t>
            </a:r>
            <a:endParaRPr/>
          </a:p>
        </p:txBody>
      </p:sp>
      <p:sp>
        <p:nvSpPr>
          <p:cNvPr id="199" name="Google Shape;199;p28"/>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p>
            <a:pPr marL="0" lvl="0" indent="0" algn="l" rtl="0">
              <a:spcBef>
                <a:spcPts val="0"/>
              </a:spcBef>
              <a:spcAft>
                <a:spcPts val="0"/>
              </a:spcAft>
              <a:buNone/>
            </a:pPr>
            <a:r>
              <a:rPr lang="en" dirty="0"/>
              <a:t>If you have your own laptop, and you feel comfortable bringing it to class please do so (There’s wireless/ethernet in this room). </a:t>
            </a:r>
            <a:endParaRPr dirty="0"/>
          </a:p>
          <a:p>
            <a:pPr marL="457200" lvl="0" indent="-330200" algn="l" rtl="0">
              <a:spcBef>
                <a:spcPts val="1200"/>
              </a:spcBef>
              <a:spcAft>
                <a:spcPts val="0"/>
              </a:spcAft>
              <a:buSzPts val="1600"/>
              <a:buChar char="•"/>
            </a:pPr>
            <a:r>
              <a:rPr lang="en" dirty="0"/>
              <a:t>Otherwise, you can use the desktop computer with your cascadia login during class (jGRASP should already be installed).</a:t>
            </a:r>
            <a:endParaRPr dirty="0"/>
          </a:p>
          <a:p>
            <a:pPr marL="0" lvl="0" indent="0" algn="l" rtl="0">
              <a:spcBef>
                <a:spcPts val="1200"/>
              </a:spcBef>
              <a:spcAft>
                <a:spcPts val="0"/>
              </a:spcAft>
              <a:buNone/>
            </a:pPr>
            <a:endParaRPr dirty="0"/>
          </a:p>
          <a:p>
            <a:pPr marL="0" lvl="0" indent="0" algn="l" rtl="0">
              <a:spcBef>
                <a:spcPts val="1200"/>
              </a:spcBef>
              <a:spcAft>
                <a:spcPts val="1200"/>
              </a:spcAft>
              <a:buNone/>
            </a:pPr>
            <a:endParaRPr dirty="0"/>
          </a:p>
        </p:txBody>
      </p:sp>
      <p:sp>
        <p:nvSpPr>
          <p:cNvPr id="200" name="Google Shape;200;p28"/>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4800" b="1" i="0" u="none" strike="noStrike" kern="0" cap="none" spc="0" normalizeH="0" baseline="0" noProof="0">
                <a:ln>
                  <a:noFill/>
                </a:ln>
                <a:solidFill>
                  <a:srgbClr val="382E42"/>
                </a:solidFill>
                <a:effectLst/>
                <a:uLnTx/>
                <a:uFillTx/>
                <a:latin typeface="Encode Sans Condensed"/>
                <a:sym typeface="Encode Sans Condensed"/>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12</a:t>
            </a:fld>
            <a:endParaRPr kumimoji="0" sz="4800" b="1" i="0" u="none" strike="noStrike" kern="0" cap="none" spc="0" normalizeH="0" baseline="0" noProof="0">
              <a:ln>
                <a:noFill/>
              </a:ln>
              <a:solidFill>
                <a:srgbClr val="382E42"/>
              </a:solidFill>
              <a:effectLst/>
              <a:uLnTx/>
              <a:uFillTx/>
              <a:latin typeface="Encode Sans Condensed"/>
              <a:sym typeface="Encode Sans Condense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C346C-A14A-7B20-C533-4FCB26DCBD8B}"/>
              </a:ext>
            </a:extLst>
          </p:cNvPr>
          <p:cNvSpPr>
            <a:spLocks noGrp="1"/>
          </p:cNvSpPr>
          <p:nvPr>
            <p:ph type="title"/>
          </p:nvPr>
        </p:nvSpPr>
        <p:spPr/>
        <p:txBody>
          <a:bodyPr/>
          <a:lstStyle/>
          <a:p>
            <a:r>
              <a:rPr lang="en-US" dirty="0"/>
              <a:t>Computer Setup &amp; Digital Organization</a:t>
            </a:r>
          </a:p>
        </p:txBody>
      </p:sp>
      <p:sp>
        <p:nvSpPr>
          <p:cNvPr id="3" name="Slide Number Placeholder 2">
            <a:extLst>
              <a:ext uri="{FF2B5EF4-FFF2-40B4-BE49-F238E27FC236}">
                <a16:creationId xmlns:a16="http://schemas.microsoft.com/office/drawing/2014/main" id="{5C646A8E-8AF2-16D6-61C3-623696CC968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13</a:t>
            </a:fld>
            <a:endParaRPr lang="en"/>
          </a:p>
        </p:txBody>
      </p:sp>
    </p:spTree>
    <p:extLst>
      <p:ext uri="{BB962C8B-B14F-4D97-AF65-F5344CB8AC3E}">
        <p14:creationId xmlns:p14="http://schemas.microsoft.com/office/powerpoint/2010/main" val="13528450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CDB-6569-27EE-C99B-E98728E0AA21}"/>
              </a:ext>
            </a:extLst>
          </p:cNvPr>
          <p:cNvSpPr>
            <a:spLocks noGrp="1"/>
          </p:cNvSpPr>
          <p:nvPr>
            <p:ph type="title"/>
          </p:nvPr>
        </p:nvSpPr>
        <p:spPr>
          <a:xfrm>
            <a:off x="228599" y="228597"/>
            <a:ext cx="5002400" cy="365700"/>
          </a:xfrm>
        </p:spPr>
        <p:txBody>
          <a:bodyPr/>
          <a:lstStyle/>
          <a:p>
            <a:r>
              <a:rPr lang="en-US" dirty="0"/>
              <a:t>Start setting up your computer… NOW</a:t>
            </a:r>
          </a:p>
        </p:txBody>
      </p:sp>
      <p:sp>
        <p:nvSpPr>
          <p:cNvPr id="3" name="Text Placeholder 2">
            <a:extLst>
              <a:ext uri="{FF2B5EF4-FFF2-40B4-BE49-F238E27FC236}">
                <a16:creationId xmlns:a16="http://schemas.microsoft.com/office/drawing/2014/main" id="{CEF3DB54-01C6-C7A9-1A68-A3ADBFC5E6E4}"/>
              </a:ext>
            </a:extLst>
          </p:cNvPr>
          <p:cNvSpPr>
            <a:spLocks noGrp="1"/>
          </p:cNvSpPr>
          <p:nvPr>
            <p:ph type="body" idx="1"/>
          </p:nvPr>
        </p:nvSpPr>
        <p:spPr/>
        <p:txBody>
          <a:bodyPr/>
          <a:lstStyle/>
          <a:p>
            <a:pPr lvl="0"/>
            <a:r>
              <a:rPr lang="en-US" dirty="0"/>
              <a:t>Downloading can take a while!</a:t>
            </a:r>
          </a:p>
          <a:p>
            <a:r>
              <a:rPr lang="en-US" dirty="0"/>
              <a:t>In Canvas, in the </a:t>
            </a:r>
            <a:r>
              <a:rPr lang="en-US" b="1" dirty="0"/>
              <a:t>‘Modules</a:t>
            </a:r>
            <a:r>
              <a:rPr lang="en-US" dirty="0"/>
              <a:t>’ page, under </a:t>
            </a:r>
            <a:r>
              <a:rPr lang="en-US" b="1" dirty="0"/>
              <a:t>‘Variables &amp; Expressions and User Input’</a:t>
            </a:r>
            <a:endParaRPr lang="en-US" dirty="0"/>
          </a:p>
          <a:p>
            <a:pPr lvl="0"/>
            <a:r>
              <a:rPr lang="en-US" dirty="0"/>
              <a:t>follow the instructions in:</a:t>
            </a:r>
          </a:p>
          <a:p>
            <a:pPr lvl="1"/>
            <a:r>
              <a:rPr lang="en-US" b="1" dirty="0"/>
              <a:t>01 Computer Setup &amp; Digital Organization</a:t>
            </a:r>
            <a:endParaRPr lang="en-US" dirty="0"/>
          </a:p>
        </p:txBody>
      </p:sp>
      <p:sp>
        <p:nvSpPr>
          <p:cNvPr id="4" name="Slide Number Placeholder 3">
            <a:extLst>
              <a:ext uri="{FF2B5EF4-FFF2-40B4-BE49-F238E27FC236}">
                <a16:creationId xmlns:a16="http://schemas.microsoft.com/office/drawing/2014/main" id="{129CE6D8-F6EB-9759-8199-77F32C5CA52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a:p>
        </p:txBody>
      </p:sp>
    </p:spTree>
    <p:extLst>
      <p:ext uri="{BB962C8B-B14F-4D97-AF65-F5344CB8AC3E}">
        <p14:creationId xmlns:p14="http://schemas.microsoft.com/office/powerpoint/2010/main" val="31585840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9"/>
          <p:cNvSpPr txBox="1">
            <a:spLocks noGrp="1"/>
          </p:cNvSpPr>
          <p:nvPr>
            <p:ph type="title"/>
          </p:nvPr>
        </p:nvSpPr>
        <p:spPr>
          <a:xfrm>
            <a:off x="228600" y="228600"/>
            <a:ext cx="5350200" cy="365700"/>
          </a:xfrm>
          <a:prstGeom prst="rect">
            <a:avLst/>
          </a:prstGeom>
        </p:spPr>
        <p:txBody>
          <a:bodyPr spcFirstLastPara="1" wrap="square" lIns="45700" tIns="45700" rIns="45700" bIns="45700" anchor="ctr" anchorCtr="0">
            <a:noAutofit/>
          </a:bodyPr>
          <a:lstStyle/>
          <a:p>
            <a:pPr marL="0" lvl="0" indent="0" algn="l" rtl="0">
              <a:spcBef>
                <a:spcPts val="0"/>
              </a:spcBef>
              <a:spcAft>
                <a:spcPts val="0"/>
              </a:spcAft>
              <a:buNone/>
            </a:pPr>
            <a:r>
              <a:rPr lang="en"/>
              <a:t>Start installing the software… NOW</a:t>
            </a:r>
            <a:endParaRPr/>
          </a:p>
        </p:txBody>
      </p:sp>
      <p:sp>
        <p:nvSpPr>
          <p:cNvPr id="206" name="Google Shape;206;p29"/>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p>
            <a:pPr marL="457200" lvl="0" indent="-330200" algn="l" rtl="0">
              <a:spcBef>
                <a:spcPts val="0"/>
              </a:spcBef>
              <a:spcAft>
                <a:spcPts val="0"/>
              </a:spcAft>
              <a:buSzPts val="1600"/>
              <a:buChar char="•"/>
            </a:pPr>
            <a:r>
              <a:rPr lang="en" dirty="0"/>
              <a:t>Downloading can take a while!</a:t>
            </a:r>
            <a:endParaRPr dirty="0"/>
          </a:p>
          <a:p>
            <a:pPr marL="457200" lvl="0" indent="-330200" algn="l" rtl="0">
              <a:spcBef>
                <a:spcPts val="0"/>
              </a:spcBef>
              <a:spcAft>
                <a:spcPts val="0"/>
              </a:spcAft>
              <a:buSzPts val="1600"/>
              <a:buChar char="•"/>
            </a:pPr>
            <a:r>
              <a:rPr lang="en" dirty="0"/>
              <a:t>In Canvas, in the </a:t>
            </a:r>
            <a:r>
              <a:rPr lang="en" b="1" dirty="0"/>
              <a:t>‘Modules</a:t>
            </a:r>
            <a:r>
              <a:rPr lang="en" dirty="0"/>
              <a:t>’ page, under </a:t>
            </a:r>
            <a:r>
              <a:rPr lang="en" b="1" dirty="0"/>
              <a:t>‘Getting Started in IT-CS 115’</a:t>
            </a:r>
            <a:r>
              <a:rPr lang="en" dirty="0"/>
              <a:t>, </a:t>
            </a:r>
            <a:endParaRPr dirty="0"/>
          </a:p>
          <a:p>
            <a:pPr marL="457200" lvl="0" indent="-330200" algn="l" rtl="0">
              <a:spcBef>
                <a:spcPts val="0"/>
              </a:spcBef>
              <a:spcAft>
                <a:spcPts val="0"/>
              </a:spcAft>
              <a:buSzPts val="1600"/>
              <a:buChar char="•"/>
            </a:pPr>
            <a:r>
              <a:rPr lang="en" dirty="0"/>
              <a:t>follow the instructions in:</a:t>
            </a:r>
            <a:endParaRPr dirty="0"/>
          </a:p>
          <a:p>
            <a:pPr lvl="1"/>
            <a:r>
              <a:rPr lang="en-US" b="1" dirty="0"/>
              <a:t>Installing Java and </a:t>
            </a:r>
            <a:r>
              <a:rPr lang="en-US" b="1" dirty="0" err="1"/>
              <a:t>jGRASP</a:t>
            </a:r>
            <a:endParaRPr dirty="0"/>
          </a:p>
        </p:txBody>
      </p:sp>
      <p:sp>
        <p:nvSpPr>
          <p:cNvPr id="207" name="Google Shape;207;p29"/>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4800" b="1" i="0" u="none" strike="noStrike" kern="0" cap="none" spc="0" normalizeH="0" baseline="0" noProof="0">
                <a:ln>
                  <a:noFill/>
                </a:ln>
                <a:solidFill>
                  <a:srgbClr val="382E42"/>
                </a:solidFill>
                <a:effectLst/>
                <a:uLnTx/>
                <a:uFillTx/>
                <a:latin typeface="Encode Sans Condensed"/>
                <a:sym typeface="Encode Sans Condensed"/>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15</a:t>
            </a:fld>
            <a:endParaRPr kumimoji="0" sz="4800" b="1" i="0" u="none" strike="noStrike" kern="0" cap="none" spc="0" normalizeH="0" baseline="0" noProof="0">
              <a:ln>
                <a:noFill/>
              </a:ln>
              <a:solidFill>
                <a:srgbClr val="382E42"/>
              </a:solidFill>
              <a:effectLst/>
              <a:uLnTx/>
              <a:uFillTx/>
              <a:latin typeface="Encode Sans Condensed"/>
              <a:sym typeface="Encode Sans Condense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262"/>
        <p:cNvGrpSpPr/>
        <p:nvPr/>
      </p:nvGrpSpPr>
      <p:grpSpPr>
        <a:xfrm>
          <a:off x="0" y="0"/>
          <a:ext cx="0" cy="0"/>
          <a:chOff x="0" y="0"/>
          <a:chExt cx="0" cy="0"/>
        </a:xfrm>
      </p:grpSpPr>
      <p:sp>
        <p:nvSpPr>
          <p:cNvPr id="263" name="Google Shape;263;p17"/>
          <p:cNvSpPr txBox="1">
            <a:spLocks noGrp="1"/>
          </p:cNvSpPr>
          <p:nvPr>
            <p:ph type="title"/>
          </p:nvPr>
        </p:nvSpPr>
        <p:spPr>
          <a:xfrm>
            <a:off x="311700" y="2150850"/>
            <a:ext cx="8520600" cy="841800"/>
          </a:xfrm>
          <a:prstGeom prst="rect">
            <a:avLst/>
          </a:prstGeom>
          <a:noFill/>
          <a:ln>
            <a:noFill/>
          </a:ln>
        </p:spPr>
        <p:txBody>
          <a:bodyPr spcFirstLastPara="1" wrap="square" lIns="45700" tIns="45700" rIns="45700" bIns="45700" anchor="ctr" anchorCtr="0">
            <a:noAutofit/>
          </a:bodyPr>
          <a:lstStyle/>
          <a:p>
            <a:pPr marL="0" lvl="0" indent="0" algn="ctr" rtl="0">
              <a:lnSpc>
                <a:spcPct val="100000"/>
              </a:lnSpc>
              <a:spcBef>
                <a:spcPts val="0"/>
              </a:spcBef>
              <a:spcAft>
                <a:spcPts val="0"/>
              </a:spcAft>
              <a:buSzPts val="3600"/>
              <a:buNone/>
            </a:pPr>
            <a:r>
              <a:rPr lang="en"/>
              <a:t>Roll Call</a:t>
            </a:r>
            <a:endParaRPr/>
          </a:p>
        </p:txBody>
      </p:sp>
      <p:sp>
        <p:nvSpPr>
          <p:cNvPr id="264" name="Google Shape;264;p17"/>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1300"/>
              <a:buNone/>
            </a:pPr>
            <a:fld id="{00000000-1234-1234-1234-123412341234}" type="slidenum">
              <a:rPr lang="en"/>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18"/>
          <p:cNvSpPr txBox="1">
            <a:spLocks noGrp="1"/>
          </p:cNvSpPr>
          <p:nvPr>
            <p:ph type="title"/>
          </p:nvPr>
        </p:nvSpPr>
        <p:spPr>
          <a:xfrm>
            <a:off x="311700" y="2150850"/>
            <a:ext cx="8520600" cy="841800"/>
          </a:xfrm>
          <a:prstGeom prst="rect">
            <a:avLst/>
          </a:prstGeom>
          <a:noFill/>
          <a:ln>
            <a:noFill/>
          </a:ln>
        </p:spPr>
        <p:txBody>
          <a:bodyPr spcFirstLastPara="1" wrap="square" lIns="45700" tIns="45700" rIns="45700" bIns="45700" anchor="ctr" anchorCtr="0">
            <a:noAutofit/>
          </a:bodyPr>
          <a:lstStyle/>
          <a:p>
            <a:pPr marL="0" lvl="0" indent="0" algn="ctr" rtl="0">
              <a:lnSpc>
                <a:spcPct val="100000"/>
              </a:lnSpc>
              <a:spcBef>
                <a:spcPts val="0"/>
              </a:spcBef>
              <a:spcAft>
                <a:spcPts val="0"/>
              </a:spcAft>
              <a:buSzPts val="3600"/>
              <a:buNone/>
            </a:pPr>
            <a:r>
              <a:rPr lang="en"/>
              <a:t>Activity: Read the Syllabus</a:t>
            </a:r>
            <a:endParaRPr/>
          </a:p>
        </p:txBody>
      </p:sp>
      <p:sp>
        <p:nvSpPr>
          <p:cNvPr id="270" name="Google Shape;270;p18"/>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1300"/>
              <a:buNone/>
            </a:pPr>
            <a:fld id="{00000000-1234-1234-1234-123412341234}" type="slidenum">
              <a:rPr lang="en"/>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3"/>
          <p:cNvSpPr txBox="1">
            <a:spLocks noGrp="1"/>
          </p:cNvSpPr>
          <p:nvPr>
            <p:ph type="title"/>
          </p:nvPr>
        </p:nvSpPr>
        <p:spPr>
          <a:xfrm>
            <a:off x="228600" y="228600"/>
            <a:ext cx="7256100" cy="365700"/>
          </a:xfrm>
          <a:prstGeom prst="rect">
            <a:avLst/>
          </a:prstGeom>
        </p:spPr>
        <p:txBody>
          <a:bodyPr spcFirstLastPara="1" wrap="square" lIns="45700" tIns="45700" rIns="45700" bIns="45700" anchor="ctr" anchorCtr="0">
            <a:noAutofit/>
          </a:bodyPr>
          <a:lstStyle/>
          <a:p>
            <a:pPr marL="0" lvl="0" indent="0" algn="l" rtl="0">
              <a:spcBef>
                <a:spcPts val="0"/>
              </a:spcBef>
              <a:spcAft>
                <a:spcPts val="0"/>
              </a:spcAft>
              <a:buNone/>
            </a:pPr>
            <a:r>
              <a:rPr lang="en" dirty="0"/>
              <a:t>Make groups (5 minutes)</a:t>
            </a:r>
            <a:endParaRPr dirty="0"/>
          </a:p>
        </p:txBody>
      </p:sp>
      <p:sp>
        <p:nvSpPr>
          <p:cNvPr id="236" name="Google Shape;236;p33"/>
          <p:cNvSpPr txBox="1">
            <a:spLocks noGrp="1"/>
          </p:cNvSpPr>
          <p:nvPr>
            <p:ph type="body" idx="1"/>
          </p:nvPr>
        </p:nvSpPr>
        <p:spPr>
          <a:xfrm>
            <a:off x="228600" y="685800"/>
            <a:ext cx="8686800" cy="4233600"/>
          </a:xfrm>
          <a:prstGeom prst="rect">
            <a:avLst/>
          </a:prstGeom>
        </p:spPr>
        <p:txBody>
          <a:bodyPr spcFirstLastPara="1" wrap="square" lIns="45700" tIns="45700" rIns="45700" bIns="45700" anchor="t" anchorCtr="0">
            <a:noAutofit/>
          </a:bodyPr>
          <a:lstStyle/>
          <a:p>
            <a:pPr marL="457200" lvl="0" indent="-330200" algn="l" rtl="0">
              <a:spcBef>
                <a:spcPts val="0"/>
              </a:spcBef>
              <a:spcAft>
                <a:spcPts val="0"/>
              </a:spcAft>
              <a:buSzPts val="1600"/>
              <a:buChar char="•"/>
            </a:pPr>
            <a:r>
              <a:rPr lang="en" dirty="0"/>
              <a:t>Introduce yourself to each other</a:t>
            </a:r>
            <a:endParaRPr dirty="0"/>
          </a:p>
          <a:p>
            <a:pPr marL="914400" lvl="1" indent="-330200" algn="l" rtl="0">
              <a:spcBef>
                <a:spcPts val="0"/>
              </a:spcBef>
              <a:spcAft>
                <a:spcPts val="0"/>
              </a:spcAft>
              <a:buSzPts val="1600"/>
              <a:buChar char="•"/>
            </a:pPr>
            <a:r>
              <a:rPr lang="en" dirty="0"/>
              <a:t>Name</a:t>
            </a:r>
            <a:endParaRPr dirty="0"/>
          </a:p>
          <a:p>
            <a:pPr marL="914400" lvl="1" indent="-330200" algn="l" rtl="0">
              <a:spcBef>
                <a:spcPts val="0"/>
              </a:spcBef>
              <a:spcAft>
                <a:spcPts val="0"/>
              </a:spcAft>
              <a:buSzPts val="1600"/>
              <a:buChar char="•"/>
            </a:pPr>
            <a:r>
              <a:rPr lang="en" dirty="0"/>
              <a:t>Academic Interest you have (totally okay if you’re still figuring this out!)</a:t>
            </a:r>
            <a:endParaRPr dirty="0"/>
          </a:p>
          <a:p>
            <a:pPr marL="914400" lvl="1" indent="-330200" algn="l" rtl="0">
              <a:spcBef>
                <a:spcPts val="0"/>
              </a:spcBef>
              <a:spcAft>
                <a:spcPts val="0"/>
              </a:spcAft>
              <a:buSzPts val="1600"/>
              <a:buChar char="•"/>
            </a:pPr>
            <a:r>
              <a:rPr lang="en" dirty="0"/>
              <a:t>Find one thing in common (outside of taking this class together!). </a:t>
            </a:r>
            <a:endParaRPr dirty="0"/>
          </a:p>
          <a:p>
            <a:pPr marL="457200" lvl="0" indent="-330200" algn="l" rtl="0">
              <a:spcBef>
                <a:spcPts val="0"/>
              </a:spcBef>
              <a:spcAft>
                <a:spcPts val="0"/>
              </a:spcAft>
              <a:buSzPts val="1600"/>
              <a:buChar char="•"/>
            </a:pPr>
            <a:r>
              <a:rPr lang="en" dirty="0"/>
              <a:t>Look at the syllabus, locate the </a:t>
            </a:r>
            <a:r>
              <a:rPr lang="en" b="1" dirty="0"/>
              <a:t>“How will you learn?”,</a:t>
            </a:r>
            <a:r>
              <a:rPr lang="en" dirty="0"/>
              <a:t> ”</a:t>
            </a:r>
            <a:r>
              <a:rPr lang="en" b="1" dirty="0"/>
              <a:t>How will you be graded?” </a:t>
            </a:r>
            <a:r>
              <a:rPr lang="en" dirty="0"/>
              <a:t>and</a:t>
            </a:r>
            <a:r>
              <a:rPr lang="en" b="1" dirty="0"/>
              <a:t> “Academic Integrity”</a:t>
            </a:r>
            <a:r>
              <a:rPr lang="en" dirty="0"/>
              <a:t> sections and read the sections closely</a:t>
            </a:r>
            <a:endParaRPr dirty="0"/>
          </a:p>
          <a:p>
            <a:pPr marL="457200" lvl="0" indent="-330200" algn="l" rtl="0">
              <a:spcBef>
                <a:spcPts val="0"/>
              </a:spcBef>
              <a:spcAft>
                <a:spcPts val="0"/>
              </a:spcAft>
              <a:buSzPts val="1600"/>
              <a:buChar char="•"/>
            </a:pPr>
            <a:r>
              <a:rPr lang="en" dirty="0"/>
              <a:t>Be prepared to tell the class:</a:t>
            </a:r>
            <a:endParaRPr dirty="0"/>
          </a:p>
          <a:p>
            <a:pPr marL="914400" lvl="1" indent="-330200" algn="l" rtl="0">
              <a:spcBef>
                <a:spcPts val="0"/>
              </a:spcBef>
              <a:spcAft>
                <a:spcPts val="0"/>
              </a:spcAft>
              <a:buSzPts val="1600"/>
              <a:buChar char="•"/>
            </a:pPr>
            <a:r>
              <a:rPr lang="en" b="1" u="sng" dirty="0"/>
              <a:t>Everyone’s</a:t>
            </a:r>
            <a:r>
              <a:rPr lang="en" b="1" dirty="0"/>
              <a:t> names in the group</a:t>
            </a:r>
            <a:endParaRPr b="1" dirty="0"/>
          </a:p>
          <a:p>
            <a:pPr marL="914400" lvl="1" indent="-330200" algn="l" rtl="0">
              <a:spcBef>
                <a:spcPts val="0"/>
              </a:spcBef>
              <a:spcAft>
                <a:spcPts val="0"/>
              </a:spcAft>
              <a:buSzPts val="1600"/>
              <a:buChar char="•"/>
            </a:pPr>
            <a:r>
              <a:rPr lang="en" b="1" dirty="0"/>
              <a:t>The group’s one common interest</a:t>
            </a:r>
            <a:endParaRPr b="1" dirty="0"/>
          </a:p>
          <a:p>
            <a:pPr marL="914400" lvl="1" indent="-330200" algn="l" rtl="0">
              <a:spcBef>
                <a:spcPts val="0"/>
              </a:spcBef>
              <a:spcAft>
                <a:spcPts val="0"/>
              </a:spcAft>
              <a:buSzPts val="1600"/>
              <a:buChar char="•"/>
            </a:pPr>
            <a:r>
              <a:rPr lang="en" b="1" dirty="0"/>
              <a:t>Two unique facts from the syllabus</a:t>
            </a:r>
            <a:endParaRPr b="1" dirty="0"/>
          </a:p>
          <a:p>
            <a:pPr marL="0" lvl="0" indent="0" algn="l" rtl="0">
              <a:spcBef>
                <a:spcPts val="1200"/>
              </a:spcBef>
              <a:spcAft>
                <a:spcPts val="0"/>
              </a:spcAft>
              <a:buNone/>
            </a:pPr>
            <a:endParaRPr b="1" dirty="0"/>
          </a:p>
          <a:p>
            <a:pPr marL="0" lvl="0" indent="0" algn="l" rtl="0">
              <a:spcBef>
                <a:spcPts val="1200"/>
              </a:spcBef>
              <a:spcAft>
                <a:spcPts val="0"/>
              </a:spcAft>
              <a:buClr>
                <a:schemeClr val="dk2"/>
              </a:buClr>
              <a:buSzPts val="1100"/>
              <a:buFont typeface="Arial"/>
              <a:buNone/>
            </a:pPr>
            <a:r>
              <a:rPr lang="en" dirty="0"/>
              <a:t>Then it will be Q&amp;A time for the syllabus… and there will be a syllabus quiz!!</a:t>
            </a:r>
            <a:endParaRPr dirty="0"/>
          </a:p>
          <a:p>
            <a:pPr marL="0" lvl="0" indent="0" algn="l" rtl="0">
              <a:spcBef>
                <a:spcPts val="1200"/>
              </a:spcBef>
              <a:spcAft>
                <a:spcPts val="0"/>
              </a:spcAft>
              <a:buClr>
                <a:schemeClr val="dk2"/>
              </a:buClr>
              <a:buSzPts val="1100"/>
              <a:buFont typeface="Arial"/>
              <a:buNone/>
            </a:pPr>
            <a:endParaRPr dirty="0"/>
          </a:p>
          <a:p>
            <a:pPr marL="0" lvl="0" indent="0" algn="l" rtl="0">
              <a:spcBef>
                <a:spcPts val="1200"/>
              </a:spcBef>
              <a:spcAft>
                <a:spcPts val="1200"/>
              </a:spcAft>
              <a:buNone/>
            </a:pPr>
            <a:endParaRPr dirty="0"/>
          </a:p>
        </p:txBody>
      </p:sp>
      <p:sp>
        <p:nvSpPr>
          <p:cNvPr id="237" name="Google Shape;237;p33"/>
          <p:cNvSpPr txBox="1">
            <a:spLocks noGrp="1"/>
          </p:cNvSpPr>
          <p:nvPr>
            <p:ph type="sldNum" idx="12"/>
          </p:nvPr>
        </p:nvSpPr>
        <p:spPr>
          <a:xfrm>
            <a:off x="8001000" y="228600"/>
            <a:ext cx="914400" cy="457200"/>
          </a:xfrm>
          <a:prstGeom prst="rect">
            <a:avLst/>
          </a:prstGeom>
        </p:spPr>
        <p:txBody>
          <a:bodyPr spcFirstLastPara="1" wrap="square" lIns="0" tIns="0" rIns="0" bIns="0"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4800" b="1" i="0" u="none" strike="noStrike" kern="0" cap="none" spc="0" normalizeH="0" baseline="0" noProof="0">
                <a:ln>
                  <a:noFill/>
                </a:ln>
                <a:solidFill>
                  <a:srgbClr val="382E42"/>
                </a:solidFill>
                <a:effectLst/>
                <a:uLnTx/>
                <a:uFillTx/>
                <a:latin typeface="Encode Sans Condensed"/>
                <a:sym typeface="Encode Sans Condensed"/>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18</a:t>
            </a:fld>
            <a:endParaRPr kumimoji="0" sz="4800" b="1" i="0" u="none" strike="noStrike" kern="0" cap="none" spc="0" normalizeH="0" baseline="0" noProof="0">
              <a:ln>
                <a:noFill/>
              </a:ln>
              <a:solidFill>
                <a:srgbClr val="382E42"/>
              </a:solidFill>
              <a:effectLst/>
              <a:uLnTx/>
              <a:uFillTx/>
              <a:latin typeface="Encode Sans Condensed"/>
              <a:sym typeface="Encode Sans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4A9E5-37F4-AA0F-AD04-129651522007}"/>
              </a:ext>
            </a:extLst>
          </p:cNvPr>
          <p:cNvSpPr>
            <a:spLocks noGrp="1"/>
          </p:cNvSpPr>
          <p:nvPr>
            <p:ph type="title"/>
          </p:nvPr>
        </p:nvSpPr>
        <p:spPr/>
        <p:txBody>
          <a:bodyPr/>
          <a:lstStyle/>
          <a:p>
            <a:r>
              <a:rPr lang="en-US" dirty="0"/>
              <a:t>Name tag table tents</a:t>
            </a:r>
          </a:p>
        </p:txBody>
      </p:sp>
      <p:sp>
        <p:nvSpPr>
          <p:cNvPr id="3" name="Text Placeholder 2">
            <a:extLst>
              <a:ext uri="{FF2B5EF4-FFF2-40B4-BE49-F238E27FC236}">
                <a16:creationId xmlns:a16="http://schemas.microsoft.com/office/drawing/2014/main" id="{49990BBF-F650-E3D5-1730-67B5969B3B7E}"/>
              </a:ext>
            </a:extLst>
          </p:cNvPr>
          <p:cNvSpPr>
            <a:spLocks noGrp="1"/>
          </p:cNvSpPr>
          <p:nvPr>
            <p:ph type="body" idx="1"/>
          </p:nvPr>
        </p:nvSpPr>
        <p:spPr/>
        <p:txBody>
          <a:bodyPr/>
          <a:lstStyle/>
          <a:p>
            <a:r>
              <a:rPr lang="en-US" dirty="0"/>
              <a:t>Name</a:t>
            </a:r>
          </a:p>
          <a:p>
            <a:r>
              <a:rPr lang="en-US" dirty="0"/>
              <a:t>Pronouns (if you wish to share)</a:t>
            </a:r>
          </a:p>
          <a:p>
            <a:r>
              <a:rPr lang="en-US" dirty="0"/>
              <a:t>Hobby</a:t>
            </a:r>
          </a:p>
          <a:p>
            <a:endParaRPr lang="en-US" dirty="0"/>
          </a:p>
          <a:p>
            <a:pPr marL="127000" indent="0">
              <a:buNone/>
            </a:pPr>
            <a:r>
              <a:rPr lang="en-US" dirty="0"/>
              <a:t>Please write this on both sides!!</a:t>
            </a:r>
          </a:p>
        </p:txBody>
      </p:sp>
      <p:sp>
        <p:nvSpPr>
          <p:cNvPr id="4" name="Slide Number Placeholder 3">
            <a:extLst>
              <a:ext uri="{FF2B5EF4-FFF2-40B4-BE49-F238E27FC236}">
                <a16:creationId xmlns:a16="http://schemas.microsoft.com/office/drawing/2014/main" id="{15AE2DEB-7DD0-F7FF-9A5C-1C394588506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extLst>
      <p:ext uri="{BB962C8B-B14F-4D97-AF65-F5344CB8AC3E}">
        <p14:creationId xmlns:p14="http://schemas.microsoft.com/office/powerpoint/2010/main" val="1089660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89F11-FCE9-2B83-4628-95B19C2BE3F5}"/>
              </a:ext>
            </a:extLst>
          </p:cNvPr>
          <p:cNvSpPr>
            <a:spLocks noGrp="1"/>
          </p:cNvSpPr>
          <p:nvPr>
            <p:ph type="title"/>
          </p:nvPr>
        </p:nvSpPr>
        <p:spPr>
          <a:xfrm>
            <a:off x="228599" y="228597"/>
            <a:ext cx="5755821" cy="365700"/>
          </a:xfrm>
        </p:spPr>
        <p:txBody>
          <a:bodyPr/>
          <a:lstStyle/>
          <a:p>
            <a:r>
              <a:rPr lang="en-US" dirty="0"/>
              <a:t>Homework: Introductions &amp; Syllabus Quiz</a:t>
            </a:r>
          </a:p>
        </p:txBody>
      </p:sp>
      <p:sp>
        <p:nvSpPr>
          <p:cNvPr id="3" name="Text Placeholder 2">
            <a:extLst>
              <a:ext uri="{FF2B5EF4-FFF2-40B4-BE49-F238E27FC236}">
                <a16:creationId xmlns:a16="http://schemas.microsoft.com/office/drawing/2014/main" id="{A9452004-01FE-7731-B27C-7B528A6A0BEF}"/>
              </a:ext>
            </a:extLst>
          </p:cNvPr>
          <p:cNvSpPr>
            <a:spLocks noGrp="1"/>
          </p:cNvSpPr>
          <p:nvPr>
            <p:ph type="body" idx="1"/>
          </p:nvPr>
        </p:nvSpPr>
        <p:spPr/>
        <p:txBody>
          <a:bodyPr/>
          <a:lstStyle/>
          <a:p>
            <a:pPr marL="469900" indent="-342900">
              <a:buAutoNum type="arabicPeriod"/>
            </a:pPr>
            <a:r>
              <a:rPr lang="en-US" dirty="0"/>
              <a:t>Computer Setup &amp; Digital Organization + Make sure Java &amp; </a:t>
            </a:r>
            <a:r>
              <a:rPr lang="en-US" dirty="0" err="1"/>
              <a:t>Jgrasp</a:t>
            </a:r>
            <a:r>
              <a:rPr lang="en-US" dirty="0"/>
              <a:t> gets installed</a:t>
            </a:r>
          </a:p>
          <a:p>
            <a:pPr marL="469900" indent="-342900">
              <a:buAutoNum type="arabicPeriod"/>
            </a:pPr>
            <a:r>
              <a:rPr lang="en-US" dirty="0"/>
              <a:t>Getting to know you form!</a:t>
            </a:r>
          </a:p>
          <a:p>
            <a:pPr marL="469900" indent="-342900">
              <a:buAutoNum type="arabicPeriod"/>
            </a:pPr>
            <a:r>
              <a:rPr lang="en-US" dirty="0"/>
              <a:t>Two Truths and One Bug</a:t>
            </a:r>
          </a:p>
          <a:p>
            <a:pPr marL="469900" indent="-342900">
              <a:buAutoNum type="arabicPeriod"/>
            </a:pPr>
            <a:r>
              <a:rPr lang="en-US" dirty="0"/>
              <a:t>Syllabus Quiz (read the syllabus thoroughly before doing this!)</a:t>
            </a:r>
          </a:p>
        </p:txBody>
      </p:sp>
      <p:sp>
        <p:nvSpPr>
          <p:cNvPr id="4" name="Slide Number Placeholder 3">
            <a:extLst>
              <a:ext uri="{FF2B5EF4-FFF2-40B4-BE49-F238E27FC236}">
                <a16:creationId xmlns:a16="http://schemas.microsoft.com/office/drawing/2014/main" id="{8CC9DC36-3EB7-77E2-17B1-C8F17F9FEFDD}"/>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4800" b="1" i="0" u="none" strike="noStrike" kern="0" cap="none" spc="0" normalizeH="0" baseline="0" noProof="0" smtClean="0">
                <a:ln>
                  <a:noFill/>
                </a:ln>
                <a:solidFill>
                  <a:srgbClr val="382E42"/>
                </a:solidFill>
                <a:effectLst/>
                <a:uLnTx/>
                <a:uFillTx/>
                <a:latin typeface="Encode Sans Condensed"/>
                <a:sym typeface="Encode Sans Condensed"/>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20</a:t>
            </a:fld>
            <a:endParaRPr kumimoji="0" lang="en" sz="4800" b="1" i="0" u="none" strike="noStrike" kern="0" cap="none" spc="0" normalizeH="0" baseline="0" noProof="0">
              <a:ln>
                <a:noFill/>
              </a:ln>
              <a:solidFill>
                <a:srgbClr val="382E42"/>
              </a:solidFill>
              <a:effectLst/>
              <a:uLnTx/>
              <a:uFillTx/>
              <a:latin typeface="Encode Sans Condensed"/>
              <a:sym typeface="Encode Sans Condensed"/>
            </a:endParaRPr>
          </a:p>
        </p:txBody>
      </p:sp>
    </p:spTree>
    <p:extLst>
      <p:ext uri="{BB962C8B-B14F-4D97-AF65-F5344CB8AC3E}">
        <p14:creationId xmlns:p14="http://schemas.microsoft.com/office/powerpoint/2010/main" val="1859771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39"/>
          <p:cNvSpPr txBox="1">
            <a:spLocks noGrp="1"/>
          </p:cNvSpPr>
          <p:nvPr>
            <p:ph type="title"/>
          </p:nvPr>
        </p:nvSpPr>
        <p:spPr>
          <a:xfrm>
            <a:off x="311700" y="2150850"/>
            <a:ext cx="8520600" cy="841800"/>
          </a:xfrm>
          <a:prstGeom prst="rect">
            <a:avLst/>
          </a:prstGeom>
          <a:noFill/>
          <a:ln>
            <a:noFill/>
          </a:ln>
        </p:spPr>
        <p:txBody>
          <a:bodyPr spcFirstLastPara="1" wrap="square" lIns="45700" tIns="45700" rIns="45700" bIns="45700" anchor="ctr" anchorCtr="0">
            <a:noAutofit/>
          </a:bodyPr>
          <a:lstStyle/>
          <a:p>
            <a:pPr marL="0" lvl="0" indent="0" algn="ctr" rtl="0">
              <a:lnSpc>
                <a:spcPct val="100000"/>
              </a:lnSpc>
              <a:spcBef>
                <a:spcPts val="0"/>
              </a:spcBef>
              <a:spcAft>
                <a:spcPts val="0"/>
              </a:spcAft>
              <a:buSzPts val="3600"/>
              <a:buNone/>
            </a:pPr>
            <a:r>
              <a:rPr lang="en" dirty="0"/>
              <a:t>01 Lecture Worksheet 1 (Paper)</a:t>
            </a:r>
            <a:endParaRPr dirty="0"/>
          </a:p>
        </p:txBody>
      </p:sp>
      <p:sp>
        <p:nvSpPr>
          <p:cNvPr id="457" name="Google Shape;457;p39"/>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1300"/>
              <a:buNone/>
            </a:pPr>
            <a:fld id="{00000000-1234-1234-1234-123412341234}" type="slidenum">
              <a:rPr lang="en"/>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55">
          <a:extLst>
            <a:ext uri="{FF2B5EF4-FFF2-40B4-BE49-F238E27FC236}">
              <a16:creationId xmlns:a16="http://schemas.microsoft.com/office/drawing/2014/main" id="{046753A7-5F0E-B52C-4178-C79A8314E657}"/>
            </a:ext>
          </a:extLst>
        </p:cNvPr>
        <p:cNvGrpSpPr/>
        <p:nvPr/>
      </p:nvGrpSpPr>
      <p:grpSpPr>
        <a:xfrm>
          <a:off x="0" y="0"/>
          <a:ext cx="0" cy="0"/>
          <a:chOff x="0" y="0"/>
          <a:chExt cx="0" cy="0"/>
        </a:xfrm>
      </p:grpSpPr>
      <p:sp>
        <p:nvSpPr>
          <p:cNvPr id="456" name="Google Shape;456;p39">
            <a:extLst>
              <a:ext uri="{FF2B5EF4-FFF2-40B4-BE49-F238E27FC236}">
                <a16:creationId xmlns:a16="http://schemas.microsoft.com/office/drawing/2014/main" id="{4EB1F277-4F27-3F13-7C1E-065FBD482CE5}"/>
              </a:ext>
            </a:extLst>
          </p:cNvPr>
          <p:cNvSpPr txBox="1">
            <a:spLocks noGrp="1"/>
          </p:cNvSpPr>
          <p:nvPr>
            <p:ph type="title"/>
          </p:nvPr>
        </p:nvSpPr>
        <p:spPr>
          <a:xfrm>
            <a:off x="311700" y="2150850"/>
            <a:ext cx="8520600" cy="841800"/>
          </a:xfrm>
          <a:prstGeom prst="rect">
            <a:avLst/>
          </a:prstGeom>
          <a:noFill/>
          <a:ln>
            <a:noFill/>
          </a:ln>
        </p:spPr>
        <p:txBody>
          <a:bodyPr spcFirstLastPara="1" wrap="square" lIns="45700" tIns="45700" rIns="45700" bIns="45700" anchor="ctr" anchorCtr="0">
            <a:noAutofit/>
          </a:bodyPr>
          <a:lstStyle/>
          <a:p>
            <a:pPr marL="0" lvl="0" indent="0" algn="ctr" rtl="0">
              <a:lnSpc>
                <a:spcPct val="100000"/>
              </a:lnSpc>
              <a:spcBef>
                <a:spcPts val="0"/>
              </a:spcBef>
              <a:spcAft>
                <a:spcPts val="0"/>
              </a:spcAft>
              <a:buSzPts val="3600"/>
              <a:buNone/>
            </a:pPr>
            <a:r>
              <a:rPr lang="en" dirty="0"/>
              <a:t>01 Lecture Worksheet 2 (Online)</a:t>
            </a:r>
            <a:endParaRPr dirty="0"/>
          </a:p>
        </p:txBody>
      </p:sp>
      <p:sp>
        <p:nvSpPr>
          <p:cNvPr id="457" name="Google Shape;457;p39">
            <a:extLst>
              <a:ext uri="{FF2B5EF4-FFF2-40B4-BE49-F238E27FC236}">
                <a16:creationId xmlns:a16="http://schemas.microsoft.com/office/drawing/2014/main" id="{E34A624B-D0BA-9CD7-1837-7AA8E54EBE9F}"/>
              </a:ext>
            </a:extLst>
          </p:cNvPr>
          <p:cNvSpPr txBox="1">
            <a:spLocks noGrp="1"/>
          </p:cNvSpPr>
          <p:nvPr>
            <p:ph type="sldNum" idx="12"/>
          </p:nvPr>
        </p:nvSpPr>
        <p:spPr>
          <a:xfrm>
            <a:off x="8556784" y="4749851"/>
            <a:ext cx="548700" cy="3936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1300"/>
              <a:buNone/>
            </a:pPr>
            <a:fld id="{00000000-1234-1234-1234-123412341234}" type="slidenum">
              <a:rPr lang="en"/>
              <a:t>22</a:t>
            </a:fld>
            <a:endParaRPr/>
          </a:p>
        </p:txBody>
      </p:sp>
    </p:spTree>
    <p:extLst>
      <p:ext uri="{BB962C8B-B14F-4D97-AF65-F5344CB8AC3E}">
        <p14:creationId xmlns:p14="http://schemas.microsoft.com/office/powerpoint/2010/main" val="40207214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0"/>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a:t>Step 1: Running jGRASP</a:t>
            </a:r>
            <a:endParaRPr/>
          </a:p>
        </p:txBody>
      </p:sp>
      <p:sp>
        <p:nvSpPr>
          <p:cNvPr id="463" name="Google Shape;463;p40"/>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p>
            <a:pPr marL="457200" lvl="0" indent="-330200" algn="l" rtl="0">
              <a:lnSpc>
                <a:spcPct val="115000"/>
              </a:lnSpc>
              <a:spcBef>
                <a:spcPts val="0"/>
              </a:spcBef>
              <a:spcAft>
                <a:spcPts val="0"/>
              </a:spcAft>
              <a:buSzPts val="1600"/>
              <a:buChar char="•"/>
            </a:pPr>
            <a:r>
              <a:rPr lang="en"/>
              <a:t>Open jGRASP</a:t>
            </a:r>
            <a:endParaRPr/>
          </a:p>
          <a:p>
            <a:pPr marL="0" lvl="0" indent="0" algn="l" rtl="0">
              <a:lnSpc>
                <a:spcPct val="115000"/>
              </a:lnSpc>
              <a:spcBef>
                <a:spcPts val="1200"/>
              </a:spcBef>
              <a:spcAft>
                <a:spcPts val="0"/>
              </a:spcAft>
              <a:buSzPts val="1600"/>
              <a:buNone/>
            </a:pPr>
            <a:endParaRPr/>
          </a:p>
          <a:p>
            <a:pPr marL="0" lvl="0" indent="0" algn="l" rtl="0">
              <a:lnSpc>
                <a:spcPct val="115000"/>
              </a:lnSpc>
              <a:spcBef>
                <a:spcPts val="1200"/>
              </a:spcBef>
              <a:spcAft>
                <a:spcPts val="0"/>
              </a:spcAft>
              <a:buSzPts val="1600"/>
              <a:buNone/>
            </a:pPr>
            <a:endParaRPr/>
          </a:p>
          <a:p>
            <a:pPr marL="0" lvl="0" indent="0" algn="l" rtl="0">
              <a:lnSpc>
                <a:spcPct val="115000"/>
              </a:lnSpc>
              <a:spcBef>
                <a:spcPts val="1200"/>
              </a:spcBef>
              <a:spcAft>
                <a:spcPts val="0"/>
              </a:spcAft>
              <a:buSzPts val="1600"/>
              <a:buNone/>
            </a:pPr>
            <a:endParaRPr/>
          </a:p>
          <a:p>
            <a:pPr marL="0" lvl="0" indent="0" algn="l" rtl="0">
              <a:lnSpc>
                <a:spcPct val="115000"/>
              </a:lnSpc>
              <a:spcBef>
                <a:spcPts val="1200"/>
              </a:spcBef>
              <a:spcAft>
                <a:spcPts val="0"/>
              </a:spcAft>
              <a:buSzPts val="1600"/>
              <a:buNone/>
            </a:pPr>
            <a:endParaRPr/>
          </a:p>
          <a:p>
            <a:pPr marL="0" lvl="0" indent="0" algn="l" rtl="0">
              <a:lnSpc>
                <a:spcPct val="115000"/>
              </a:lnSpc>
              <a:spcBef>
                <a:spcPts val="1200"/>
              </a:spcBef>
              <a:spcAft>
                <a:spcPts val="0"/>
              </a:spcAft>
              <a:buSzPts val="1600"/>
              <a:buNone/>
            </a:pPr>
            <a:endParaRPr/>
          </a:p>
          <a:p>
            <a:pPr marL="0" lvl="0" indent="0" algn="l" rtl="0">
              <a:lnSpc>
                <a:spcPct val="115000"/>
              </a:lnSpc>
              <a:spcBef>
                <a:spcPts val="1200"/>
              </a:spcBef>
              <a:spcAft>
                <a:spcPts val="0"/>
              </a:spcAft>
              <a:buSzPts val="1600"/>
              <a:buNone/>
            </a:pPr>
            <a:r>
              <a:rPr lang="en"/>
              <a:t>JGrasp’s main window is divided into three sections: </a:t>
            </a:r>
            <a:endParaRPr/>
          </a:p>
          <a:p>
            <a:pPr marL="457200" lvl="0" indent="-330200" algn="l" rtl="0">
              <a:lnSpc>
                <a:spcPct val="115000"/>
              </a:lnSpc>
              <a:spcBef>
                <a:spcPts val="1200"/>
              </a:spcBef>
              <a:spcAft>
                <a:spcPts val="0"/>
              </a:spcAft>
              <a:buSzPts val="1600"/>
              <a:buChar char="•"/>
            </a:pPr>
            <a:r>
              <a:rPr lang="en"/>
              <a:t>The </a:t>
            </a:r>
            <a:r>
              <a:rPr lang="en" b="1"/>
              <a:t>editor panel</a:t>
            </a:r>
            <a:r>
              <a:rPr lang="en"/>
              <a:t> is where you will spend most of your time editing code</a:t>
            </a:r>
            <a:endParaRPr/>
          </a:p>
          <a:p>
            <a:pPr marL="457200" lvl="0" indent="-330200" algn="l" rtl="0">
              <a:lnSpc>
                <a:spcPct val="115000"/>
              </a:lnSpc>
              <a:spcBef>
                <a:spcPts val="0"/>
              </a:spcBef>
              <a:spcAft>
                <a:spcPts val="0"/>
              </a:spcAft>
              <a:buSzPts val="1600"/>
              <a:buChar char="•"/>
            </a:pPr>
            <a:r>
              <a:rPr lang="en"/>
              <a:t>The </a:t>
            </a:r>
            <a:r>
              <a:rPr lang="en" b="1"/>
              <a:t>output panel </a:t>
            </a:r>
            <a:r>
              <a:rPr lang="en"/>
              <a:t>will display system messages. </a:t>
            </a:r>
            <a:endParaRPr/>
          </a:p>
          <a:p>
            <a:pPr marL="457200" lvl="0" indent="-330200" algn="l" rtl="0">
              <a:lnSpc>
                <a:spcPct val="115000"/>
              </a:lnSpc>
              <a:spcBef>
                <a:spcPts val="0"/>
              </a:spcBef>
              <a:spcAft>
                <a:spcPts val="0"/>
              </a:spcAft>
              <a:buSzPts val="1600"/>
              <a:buChar char="•"/>
            </a:pPr>
            <a:r>
              <a:rPr lang="en"/>
              <a:t>The </a:t>
            </a:r>
            <a:r>
              <a:rPr lang="en" b="1"/>
              <a:t>workspace panel</a:t>
            </a:r>
            <a:r>
              <a:rPr lang="en"/>
              <a:t> is not that useful to us, and you may close it if you want, by clicking the arrows on the divider bar (circled in red in the diagram).</a:t>
            </a:r>
            <a:endParaRPr/>
          </a:p>
          <a:p>
            <a:pPr marL="0" lvl="0" indent="0" algn="l" rtl="0">
              <a:lnSpc>
                <a:spcPct val="115000"/>
              </a:lnSpc>
              <a:spcBef>
                <a:spcPts val="1200"/>
              </a:spcBef>
              <a:spcAft>
                <a:spcPts val="0"/>
              </a:spcAft>
              <a:buClr>
                <a:schemeClr val="dk2"/>
              </a:buClr>
              <a:buSzPts val="1100"/>
              <a:buFont typeface="Arial"/>
              <a:buNone/>
            </a:pPr>
            <a:endParaRPr/>
          </a:p>
          <a:p>
            <a:pPr marL="0" lvl="0" indent="0" algn="l" rtl="0">
              <a:lnSpc>
                <a:spcPct val="115000"/>
              </a:lnSpc>
              <a:spcBef>
                <a:spcPts val="1200"/>
              </a:spcBef>
              <a:spcAft>
                <a:spcPts val="1200"/>
              </a:spcAft>
              <a:buSzPts val="1600"/>
              <a:buNone/>
            </a:pPr>
            <a:endParaRPr/>
          </a:p>
        </p:txBody>
      </p:sp>
      <p:sp>
        <p:nvSpPr>
          <p:cNvPr id="464" name="Google Shape;464;p40"/>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23</a:t>
            </a:fld>
            <a:endParaRPr/>
          </a:p>
        </p:txBody>
      </p:sp>
      <p:pic>
        <p:nvPicPr>
          <p:cNvPr id="465" name="Google Shape;465;p40">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3786575" y="159700"/>
            <a:ext cx="4114800" cy="3104997"/>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41"/>
          <p:cNvSpPr txBox="1">
            <a:spLocks noGrp="1"/>
          </p:cNvSpPr>
          <p:nvPr>
            <p:ph type="title"/>
          </p:nvPr>
        </p:nvSpPr>
        <p:spPr>
          <a:xfrm>
            <a:off x="228600" y="228600"/>
            <a:ext cx="77724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a:t>Step 2: Download A Java Program</a:t>
            </a:r>
            <a:endParaRPr/>
          </a:p>
        </p:txBody>
      </p:sp>
      <p:sp>
        <p:nvSpPr>
          <p:cNvPr id="471" name="Google Shape;471;p41"/>
          <p:cNvSpPr txBox="1">
            <a:spLocks noGrp="1"/>
          </p:cNvSpPr>
          <p:nvPr>
            <p:ph type="body" idx="1"/>
          </p:nvPr>
        </p:nvSpPr>
        <p:spPr>
          <a:xfrm>
            <a:off x="228600" y="685800"/>
            <a:ext cx="4197600" cy="4233600"/>
          </a:xfrm>
          <a:prstGeom prst="rect">
            <a:avLst/>
          </a:prstGeom>
          <a:noFill/>
          <a:ln>
            <a:noFill/>
          </a:ln>
        </p:spPr>
        <p:txBody>
          <a:bodyPr spcFirstLastPara="1" wrap="square" lIns="45700" tIns="45700" rIns="45700" bIns="45700" anchor="t" anchorCtr="0">
            <a:noAutofit/>
          </a:bodyPr>
          <a:lstStyle/>
          <a:p>
            <a:pPr marL="127000" lvl="0" indent="0" algn="l" rtl="0">
              <a:lnSpc>
                <a:spcPct val="115000"/>
              </a:lnSpc>
              <a:spcBef>
                <a:spcPts val="0"/>
              </a:spcBef>
              <a:spcAft>
                <a:spcPts val="0"/>
              </a:spcAft>
              <a:buSzPts val="1600"/>
              <a:buNone/>
            </a:pPr>
            <a:r>
              <a:rPr lang="en-US" dirty="0"/>
              <a:t>Download </a:t>
            </a:r>
            <a:r>
              <a:rPr lang="en-US" b="1" dirty="0"/>
              <a:t>Hello.java</a:t>
            </a:r>
            <a:r>
              <a:rPr lang="en-US" dirty="0"/>
              <a:t> (using the down arrow in the upper-right corner).</a:t>
            </a:r>
          </a:p>
          <a:p>
            <a:pPr marL="127000" lvl="0" indent="0" algn="l" rtl="0">
              <a:lnSpc>
                <a:spcPct val="115000"/>
              </a:lnSpc>
              <a:spcBef>
                <a:spcPts val="0"/>
              </a:spcBef>
              <a:spcAft>
                <a:spcPts val="0"/>
              </a:spcAft>
              <a:buSzPts val="1600"/>
              <a:buNone/>
            </a:pPr>
            <a:br>
              <a:rPr lang="en-US" dirty="0"/>
            </a:br>
            <a:r>
              <a:rPr lang="en-US" dirty="0"/>
              <a:t>Create a folder for this course, then a subfolder called </a:t>
            </a:r>
            <a:r>
              <a:rPr lang="en-US" b="1" dirty="0"/>
              <a:t>Lecture 1</a:t>
            </a:r>
            <a:r>
              <a:rPr lang="en-US" dirty="0"/>
              <a:t>, and move </a:t>
            </a:r>
            <a:r>
              <a:rPr lang="en-US" i="1" dirty="0"/>
              <a:t>Hello.java</a:t>
            </a:r>
            <a:r>
              <a:rPr lang="en-US" dirty="0"/>
              <a:t> into it.</a:t>
            </a:r>
          </a:p>
          <a:p>
            <a:pPr marL="127000" lvl="0" indent="0" algn="l" rtl="0">
              <a:lnSpc>
                <a:spcPct val="115000"/>
              </a:lnSpc>
              <a:spcBef>
                <a:spcPts val="0"/>
              </a:spcBef>
              <a:spcAft>
                <a:spcPts val="0"/>
              </a:spcAft>
              <a:buSzPts val="1600"/>
              <a:buNone/>
            </a:pPr>
            <a:br>
              <a:rPr lang="en-US" dirty="0"/>
            </a:br>
            <a:r>
              <a:rPr lang="en-US" dirty="0"/>
              <a:t>In </a:t>
            </a:r>
            <a:r>
              <a:rPr lang="en-US" dirty="0" err="1"/>
              <a:t>jGRASP</a:t>
            </a:r>
            <a:r>
              <a:rPr lang="en-US" dirty="0"/>
              <a:t>, go to </a:t>
            </a:r>
            <a:r>
              <a:rPr lang="en-US" b="1" dirty="0"/>
              <a:t>File → Open</a:t>
            </a:r>
            <a:r>
              <a:rPr lang="en-US" dirty="0"/>
              <a:t> and use the dialog box to locate the file.</a:t>
            </a:r>
            <a:endParaRPr dirty="0"/>
          </a:p>
        </p:txBody>
      </p:sp>
      <p:sp>
        <p:nvSpPr>
          <p:cNvPr id="472" name="Google Shape;472;p41"/>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24</a:t>
            </a:fld>
            <a:endParaRPr/>
          </a:p>
        </p:txBody>
      </p:sp>
      <p:pic>
        <p:nvPicPr>
          <p:cNvPr id="473" name="Google Shape;473;p41">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4504775" y="1169150"/>
            <a:ext cx="4538377" cy="28052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p42"/>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a:t>Tips!</a:t>
            </a:r>
            <a:endParaRPr/>
          </a:p>
        </p:txBody>
      </p:sp>
      <p:sp>
        <p:nvSpPr>
          <p:cNvPr id="479" name="Google Shape;479;p42"/>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p>
            <a:pPr marL="457200" lvl="0" indent="-330200" algn="l" rtl="0">
              <a:lnSpc>
                <a:spcPct val="115000"/>
              </a:lnSpc>
              <a:spcBef>
                <a:spcPts val="0"/>
              </a:spcBef>
              <a:spcAft>
                <a:spcPts val="0"/>
              </a:spcAft>
              <a:buSzPts val="1600"/>
              <a:buChar char="•"/>
            </a:pPr>
            <a:r>
              <a:rPr lang="en-US" dirty="0"/>
              <a:t>Click </a:t>
            </a:r>
            <a:r>
              <a:rPr lang="en-US" b="1" dirty="0"/>
              <a:t>Maximize</a:t>
            </a:r>
            <a:r>
              <a:rPr lang="en-US" dirty="0"/>
              <a:t> so the Hello.java file fills the window.</a:t>
            </a:r>
          </a:p>
          <a:p>
            <a:pPr marL="457200" lvl="0" indent="-330200" algn="l" rtl="0">
              <a:lnSpc>
                <a:spcPct val="115000"/>
              </a:lnSpc>
              <a:spcBef>
                <a:spcPts val="0"/>
              </a:spcBef>
              <a:spcAft>
                <a:spcPts val="0"/>
              </a:spcAft>
              <a:buSzPts val="1600"/>
              <a:buChar char="•"/>
            </a:pPr>
            <a:r>
              <a:rPr lang="en-US" b="1" dirty="0"/>
              <a:t>Display line numbers</a:t>
            </a:r>
            <a:r>
              <a:rPr lang="en-US" dirty="0"/>
              <a:t>, since Java reports errors by line number. Enable them via View → Line Numbers or by clicking the line-numbers button on the toolbar (hover over any button to see its tooltip).</a:t>
            </a:r>
            <a:endParaRPr dirty="0"/>
          </a:p>
        </p:txBody>
      </p:sp>
      <p:sp>
        <p:nvSpPr>
          <p:cNvPr id="480" name="Google Shape;480;p42"/>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25</a:t>
            </a:fld>
            <a:endParaRPr/>
          </a:p>
        </p:txBody>
      </p:sp>
      <p:pic>
        <p:nvPicPr>
          <p:cNvPr id="4" name="Picture 3" descr="A screenshot of a computer&#10;&#10;AI-generated content may be incorrect.">
            <a:extLst>
              <a:ext uri="{FF2B5EF4-FFF2-40B4-BE49-F238E27FC236}">
                <a16:creationId xmlns:a16="http://schemas.microsoft.com/office/drawing/2014/main" id="{86CCE0E4-620E-1975-57ED-D588242E7F7F}"/>
              </a:ext>
            </a:extLst>
          </p:cNvPr>
          <p:cNvPicPr>
            <a:picLocks noChangeAspect="1"/>
          </p:cNvPicPr>
          <p:nvPr/>
        </p:nvPicPr>
        <p:blipFill>
          <a:blip r:embed="rId3"/>
          <a:stretch>
            <a:fillRect/>
          </a:stretch>
        </p:blipFill>
        <p:spPr>
          <a:xfrm>
            <a:off x="3624942" y="1684338"/>
            <a:ext cx="5423554" cy="332656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84"/>
        <p:cNvGrpSpPr/>
        <p:nvPr/>
      </p:nvGrpSpPr>
      <p:grpSpPr>
        <a:xfrm>
          <a:off x="0" y="0"/>
          <a:ext cx="0" cy="0"/>
          <a:chOff x="0" y="0"/>
          <a:chExt cx="0" cy="0"/>
        </a:xfrm>
      </p:grpSpPr>
      <p:sp>
        <p:nvSpPr>
          <p:cNvPr id="485" name="Google Shape;485;p43"/>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dirty="0"/>
              <a:t>Running Java programs - recall</a:t>
            </a:r>
            <a:endParaRPr dirty="0"/>
          </a:p>
        </p:txBody>
      </p:sp>
      <p:sp>
        <p:nvSpPr>
          <p:cNvPr id="486" name="Google Shape;486;p43"/>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p>
            <a:pPr marL="0" lvl="0" indent="0" algn="l" rtl="0">
              <a:lnSpc>
                <a:spcPct val="115000"/>
              </a:lnSpc>
              <a:spcBef>
                <a:spcPts val="0"/>
              </a:spcBef>
              <a:spcAft>
                <a:spcPts val="0"/>
              </a:spcAft>
              <a:buClr>
                <a:schemeClr val="dk2"/>
              </a:buClr>
              <a:buSzPts val="1100"/>
              <a:buFont typeface="Arial"/>
              <a:buNone/>
            </a:pPr>
            <a:r>
              <a:rPr lang="en"/>
              <a:t>Before they can run, Java programs must be translated into </a:t>
            </a:r>
            <a:r>
              <a:rPr lang="en" i="1"/>
              <a:t>machine language</a:t>
            </a:r>
            <a:r>
              <a:rPr lang="en"/>
              <a:t>.</a:t>
            </a:r>
            <a:endParaRPr/>
          </a:p>
          <a:p>
            <a:pPr marL="0" lvl="0" indent="0" algn="l" rtl="0">
              <a:lnSpc>
                <a:spcPct val="115000"/>
              </a:lnSpc>
              <a:spcBef>
                <a:spcPts val="1200"/>
              </a:spcBef>
              <a:spcAft>
                <a:spcPts val="0"/>
              </a:spcAft>
              <a:buClr>
                <a:schemeClr val="dk2"/>
              </a:buClr>
              <a:buSzPts val="1100"/>
              <a:buFont typeface="Arial"/>
              <a:buNone/>
            </a:pPr>
            <a:r>
              <a:rPr lang="en"/>
              <a:t>A </a:t>
            </a:r>
            <a:r>
              <a:rPr lang="en" b="1"/>
              <a:t>compiler</a:t>
            </a:r>
            <a:r>
              <a:rPr lang="en"/>
              <a:t> reads the entire program and translates it completely before the program starts running. → .class file </a:t>
            </a:r>
            <a:endParaRPr/>
          </a:p>
          <a:p>
            <a:pPr marL="0" lvl="0" indent="0" algn="l" rtl="0">
              <a:lnSpc>
                <a:spcPct val="115000"/>
              </a:lnSpc>
              <a:spcBef>
                <a:spcPts val="1200"/>
              </a:spcBef>
              <a:spcAft>
                <a:spcPts val="0"/>
              </a:spcAft>
              <a:buClr>
                <a:schemeClr val="dk2"/>
              </a:buClr>
              <a:buSzPts val="1100"/>
              <a:buFont typeface="Arial"/>
              <a:buNone/>
            </a:pPr>
            <a:r>
              <a:rPr lang="en"/>
              <a:t>The human-readable program is called the </a:t>
            </a:r>
            <a:r>
              <a:rPr lang="en" b="1"/>
              <a:t>source code</a:t>
            </a:r>
            <a:r>
              <a:rPr lang="en"/>
              <a:t>.</a:t>
            </a:r>
            <a:endParaRPr/>
          </a:p>
          <a:p>
            <a:pPr marL="0" lvl="0" indent="0" algn="l" rtl="0">
              <a:lnSpc>
                <a:spcPct val="115000"/>
              </a:lnSpc>
              <a:spcBef>
                <a:spcPts val="1200"/>
              </a:spcBef>
              <a:spcAft>
                <a:spcPts val="0"/>
              </a:spcAft>
              <a:buClr>
                <a:schemeClr val="dk2"/>
              </a:buClr>
              <a:buSzPts val="1100"/>
              <a:buFont typeface="Arial"/>
              <a:buNone/>
            </a:pPr>
            <a:r>
              <a:rPr lang="en"/>
              <a:t>The source code is translated into </a:t>
            </a:r>
            <a:r>
              <a:rPr lang="en" b="1"/>
              <a:t>Java byte code</a:t>
            </a:r>
            <a:r>
              <a:rPr lang="en"/>
              <a:t>.</a:t>
            </a:r>
            <a:endParaRPr/>
          </a:p>
          <a:p>
            <a:pPr marL="0" lvl="0" indent="0" algn="l" rtl="0">
              <a:lnSpc>
                <a:spcPct val="115000"/>
              </a:lnSpc>
              <a:spcBef>
                <a:spcPts val="1200"/>
              </a:spcBef>
              <a:spcAft>
                <a:spcPts val="1200"/>
              </a:spcAft>
              <a:buSzPts val="1600"/>
              <a:buNone/>
            </a:pPr>
            <a:endParaRPr/>
          </a:p>
        </p:txBody>
      </p:sp>
      <p:sp>
        <p:nvSpPr>
          <p:cNvPr id="487" name="Google Shape;487;p43"/>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26</a:t>
            </a:fld>
            <a:endParaRPr/>
          </a:p>
        </p:txBody>
      </p:sp>
      <p:pic>
        <p:nvPicPr>
          <p:cNvPr id="488" name="Google Shape;488;p43">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0" y="3114648"/>
            <a:ext cx="9144000" cy="169294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92"/>
        <p:cNvGrpSpPr/>
        <p:nvPr/>
      </p:nvGrpSpPr>
      <p:grpSpPr>
        <a:xfrm>
          <a:off x="0" y="0"/>
          <a:ext cx="0" cy="0"/>
          <a:chOff x="0" y="0"/>
          <a:chExt cx="0" cy="0"/>
        </a:xfrm>
      </p:grpSpPr>
      <p:sp>
        <p:nvSpPr>
          <p:cNvPr id="493" name="Google Shape;493;p44"/>
          <p:cNvSpPr txBox="1">
            <a:spLocks noGrp="1"/>
          </p:cNvSpPr>
          <p:nvPr>
            <p:ph type="title"/>
          </p:nvPr>
        </p:nvSpPr>
        <p:spPr>
          <a:xfrm>
            <a:off x="228600" y="228600"/>
            <a:ext cx="71223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a:t>Step 3:  Compiling, and running the program</a:t>
            </a:r>
            <a:endParaRPr/>
          </a:p>
        </p:txBody>
      </p:sp>
      <p:sp>
        <p:nvSpPr>
          <p:cNvPr id="495" name="Google Shape;495;p44"/>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27</a:t>
            </a:fld>
            <a:endParaRPr/>
          </a:p>
        </p:txBody>
      </p:sp>
      <p:sp>
        <p:nvSpPr>
          <p:cNvPr id="6" name="Google Shape;501;p45">
            <a:extLst>
              <a:ext uri="{FF2B5EF4-FFF2-40B4-BE49-F238E27FC236}">
                <a16:creationId xmlns:a16="http://schemas.microsoft.com/office/drawing/2014/main" id="{EBBECF85-EC05-DC8C-3DA5-EB086404DF0C}"/>
              </a:ext>
            </a:extLst>
          </p:cNvPr>
          <p:cNvSpPr txBox="1">
            <a:spLocks/>
          </p:cNvSpPr>
          <p:nvPr/>
        </p:nvSpPr>
        <p:spPr>
          <a:xfrm>
            <a:off x="228600" y="685800"/>
            <a:ext cx="8686800" cy="4229100"/>
          </a:xfrm>
          <a:prstGeom prst="rect">
            <a:avLst/>
          </a:prstGeom>
          <a:noFill/>
          <a:ln>
            <a:noFill/>
          </a:ln>
        </p:spPr>
        <p:txBody>
          <a:bodyPr spcFirstLastPara="1" wrap="square" lIns="45700" tIns="45700" rIns="45700" bIns="45700"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1pPr>
            <a:lvl2pPr marL="914400" marR="0" lvl="1"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2pPr>
            <a:lvl3pPr marL="1371600" marR="0" lvl="2"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3pPr>
            <a:lvl4pPr marL="1828800" marR="0" lvl="3"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4pPr>
            <a:lvl5pPr marL="2286000" marR="0" lvl="4"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5pPr>
            <a:lvl6pPr marL="2743200" marR="0" lvl="5"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6pPr>
            <a:lvl7pPr marL="3200400" marR="0" lvl="6"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7pPr>
            <a:lvl8pPr marL="3657600" marR="0" lvl="7"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8pPr>
            <a:lvl9pPr marL="4114800" marR="0" lvl="8" indent="-330200" algn="l" rtl="0">
              <a:lnSpc>
                <a:spcPct val="115000"/>
              </a:lnSpc>
              <a:spcBef>
                <a:spcPts val="0"/>
              </a:spcBef>
              <a:spcAft>
                <a:spcPts val="0"/>
              </a:spcAft>
              <a:buClr>
                <a:schemeClr val="dk2"/>
              </a:buClr>
              <a:buSzPts val="1600"/>
              <a:buFont typeface="Open Sans"/>
              <a:buChar char="•"/>
              <a:defRPr sz="1600" b="0" i="0" u="none" strike="noStrike" cap="none">
                <a:solidFill>
                  <a:schemeClr val="dk2"/>
                </a:solidFill>
                <a:latin typeface="Open Sans"/>
                <a:ea typeface="Open Sans"/>
                <a:cs typeface="Open Sans"/>
                <a:sym typeface="Open Sans"/>
              </a:defRPr>
            </a:lvl9pPr>
          </a:lstStyle>
          <a:p>
            <a:pPr marL="0" indent="0">
              <a:buFont typeface="Open Sans"/>
              <a:buNone/>
            </a:pPr>
            <a:r>
              <a:rPr lang="en-US" dirty="0"/>
              <a:t>All Java programs must be </a:t>
            </a:r>
            <a:r>
              <a:rPr lang="en-US" b="1" dirty="0"/>
              <a:t>compiled</a:t>
            </a:r>
            <a:r>
              <a:rPr lang="en-US" dirty="0"/>
              <a:t> before they’re </a:t>
            </a:r>
            <a:r>
              <a:rPr lang="en-US" b="1" dirty="0"/>
              <a:t>run</a:t>
            </a:r>
            <a:r>
              <a:rPr lang="en-US" dirty="0"/>
              <a:t>, and you must </a:t>
            </a:r>
            <a:r>
              <a:rPr lang="en-US" b="1" dirty="0"/>
              <a:t>recompile</a:t>
            </a:r>
            <a:r>
              <a:rPr lang="en-US" dirty="0"/>
              <a:t> after every change.</a:t>
            </a:r>
          </a:p>
          <a:p>
            <a:pPr marL="0" indent="0">
              <a:buFont typeface="Open Sans"/>
              <a:buNone/>
            </a:pPr>
            <a:endParaRPr lang="en-US" dirty="0"/>
          </a:p>
          <a:p>
            <a:pPr marL="0" indent="0">
              <a:buFont typeface="Open Sans"/>
              <a:buNone/>
            </a:pPr>
            <a:r>
              <a:rPr lang="en-US" b="1" dirty="0"/>
              <a:t>Compile</a:t>
            </a:r>
            <a:r>
              <a:rPr lang="en-US" dirty="0"/>
              <a:t>: green plus icon</a:t>
            </a:r>
          </a:p>
          <a:p>
            <a:pPr marL="0" indent="0">
              <a:buFont typeface="Open Sans"/>
              <a:buNone/>
            </a:pPr>
            <a:r>
              <a:rPr lang="en-US" b="1" dirty="0"/>
              <a:t>Run</a:t>
            </a:r>
            <a:r>
              <a:rPr lang="en-US" dirty="0"/>
              <a:t>: running person icon</a:t>
            </a:r>
          </a:p>
          <a:p>
            <a:pPr marL="0" indent="0">
              <a:buFont typeface="Open Sans"/>
              <a:buNone/>
            </a:pPr>
            <a:endParaRPr lang="en-US" dirty="0"/>
          </a:p>
          <a:p>
            <a:pPr marL="0" indent="0">
              <a:buFont typeface="Open Sans"/>
              <a:buNone/>
            </a:pPr>
            <a:r>
              <a:rPr lang="en-US" dirty="0"/>
              <a:t>If you click Run without compiling first, </a:t>
            </a:r>
            <a:r>
              <a:rPr lang="en-US" dirty="0" err="1"/>
              <a:t>jGRASP</a:t>
            </a:r>
            <a:r>
              <a:rPr lang="en-US" dirty="0"/>
              <a:t> will usually compile automatically—this works well for </a:t>
            </a:r>
            <a:r>
              <a:rPr lang="en-US" b="1" dirty="0"/>
              <a:t>single-file programs</a:t>
            </a:r>
            <a:r>
              <a:rPr lang="en-US" dirty="0"/>
              <a:t>, which is what you'll use most in this course.</a:t>
            </a:r>
          </a:p>
          <a:p>
            <a:pPr marL="0" indent="0">
              <a:buFont typeface="Open Sans"/>
              <a:buNone/>
            </a:pPr>
            <a:endParaRPr lang="en-US" dirty="0"/>
          </a:p>
          <a:p>
            <a:pPr marL="0" indent="0">
              <a:buFont typeface="Open Sans"/>
              <a:buNone/>
            </a:pPr>
            <a:r>
              <a:rPr lang="en-US" dirty="0"/>
              <a:t>However, if a program has </a:t>
            </a:r>
            <a:r>
              <a:rPr lang="en-US" b="1" dirty="0"/>
              <a:t>multiple Java files</a:t>
            </a:r>
            <a:r>
              <a:rPr lang="en-US" dirty="0"/>
              <a:t>, you must </a:t>
            </a:r>
            <a:r>
              <a:rPr lang="en-US" b="1" dirty="0"/>
              <a:t>compile all</a:t>
            </a:r>
            <a:r>
              <a:rPr lang="en-US" dirty="0"/>
              <a:t> of them </a:t>
            </a:r>
            <a:r>
              <a:rPr lang="en-US" b="1" dirty="0"/>
              <a:t>before</a:t>
            </a:r>
            <a:r>
              <a:rPr lang="en-US" dirty="0"/>
              <a:t> </a:t>
            </a:r>
            <a:r>
              <a:rPr lang="en-US" b="1" dirty="0"/>
              <a:t>running</a:t>
            </a:r>
            <a:r>
              <a:rPr lang="en-US" dirty="0"/>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p45"/>
          <p:cNvSpPr txBox="1">
            <a:spLocks noGrp="1"/>
          </p:cNvSpPr>
          <p:nvPr>
            <p:ph type="title"/>
          </p:nvPr>
        </p:nvSpPr>
        <p:spPr>
          <a:xfrm>
            <a:off x="228600" y="228597"/>
            <a:ext cx="41148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a:t>Output Panel</a:t>
            </a:r>
            <a:endParaRPr/>
          </a:p>
        </p:txBody>
      </p:sp>
      <p:sp>
        <p:nvSpPr>
          <p:cNvPr id="501" name="Google Shape;501;p45"/>
          <p:cNvSpPr txBox="1">
            <a:spLocks noGrp="1"/>
          </p:cNvSpPr>
          <p:nvPr>
            <p:ph type="body" idx="1"/>
          </p:nvPr>
        </p:nvSpPr>
        <p:spPr>
          <a:xfrm>
            <a:off x="228600" y="685800"/>
            <a:ext cx="4063200" cy="4233600"/>
          </a:xfrm>
          <a:prstGeom prst="rect">
            <a:avLst/>
          </a:prstGeom>
          <a:noFill/>
          <a:ln>
            <a:noFill/>
          </a:ln>
        </p:spPr>
        <p:txBody>
          <a:bodyPr spcFirstLastPara="1" wrap="square" lIns="45700" tIns="45700" rIns="45700" bIns="45700" anchor="t" anchorCtr="0">
            <a:noAutofit/>
          </a:bodyPr>
          <a:lstStyle/>
          <a:p>
            <a:pPr marL="0" lvl="0" indent="0" algn="l" rtl="0">
              <a:lnSpc>
                <a:spcPct val="115000"/>
              </a:lnSpc>
              <a:spcBef>
                <a:spcPts val="0"/>
              </a:spcBef>
              <a:spcAft>
                <a:spcPts val="0"/>
              </a:spcAft>
              <a:buSzPts val="1600"/>
              <a:buNone/>
            </a:pPr>
            <a:r>
              <a:rPr lang="en-US" dirty="0"/>
              <a:t>After you click </a:t>
            </a:r>
            <a:r>
              <a:rPr lang="en-US" b="1" dirty="0"/>
              <a:t>Run</a:t>
            </a:r>
            <a:r>
              <a:rPr lang="en-US" dirty="0"/>
              <a:t>, </a:t>
            </a:r>
            <a:r>
              <a:rPr lang="en-US" dirty="0" err="1"/>
              <a:t>jGRASP</a:t>
            </a:r>
            <a:r>
              <a:rPr lang="en-US" dirty="0"/>
              <a:t> compiles and executes your program.</a:t>
            </a:r>
          </a:p>
          <a:p>
            <a:pPr marL="0" lvl="0" indent="0" algn="l" rtl="0">
              <a:lnSpc>
                <a:spcPct val="115000"/>
              </a:lnSpc>
              <a:spcBef>
                <a:spcPts val="0"/>
              </a:spcBef>
              <a:spcAft>
                <a:spcPts val="0"/>
              </a:spcAft>
              <a:buSzPts val="1600"/>
              <a:buNone/>
            </a:pPr>
            <a:br>
              <a:rPr lang="en-US" dirty="0"/>
            </a:br>
            <a:r>
              <a:rPr lang="en-US" dirty="0"/>
              <a:t>Check the </a:t>
            </a:r>
            <a:r>
              <a:rPr lang="en-US" b="1" dirty="0"/>
              <a:t>Output</a:t>
            </a:r>
            <a:r>
              <a:rPr lang="en-US" dirty="0"/>
              <a:t> panel: if everything worked, you’ll see your </a:t>
            </a:r>
            <a:r>
              <a:rPr lang="en-US" dirty="0">
                <a:latin typeface="Courier New" panose="02070309020205020404" pitchFamily="49" charset="0"/>
              </a:rPr>
              <a:t>"Hello World"</a:t>
            </a:r>
            <a:r>
              <a:rPr lang="en-US" dirty="0"/>
              <a:t> message and the final line will say </a:t>
            </a:r>
            <a:r>
              <a:rPr lang="en-US" b="1" dirty="0"/>
              <a:t>“operation complete.”</a:t>
            </a:r>
          </a:p>
          <a:p>
            <a:pPr marL="0" lvl="0" indent="0" algn="l" rtl="0">
              <a:lnSpc>
                <a:spcPct val="115000"/>
              </a:lnSpc>
              <a:spcBef>
                <a:spcPts val="0"/>
              </a:spcBef>
              <a:spcAft>
                <a:spcPts val="0"/>
              </a:spcAft>
              <a:buSzPts val="1600"/>
              <a:buNone/>
            </a:pPr>
            <a:br>
              <a:rPr lang="en-US" dirty="0"/>
            </a:br>
            <a:r>
              <a:rPr lang="en-US" dirty="0"/>
              <a:t>If something goes wrong, compiler errors will appear in this panel. Since no errors were shown, the program compiled successfully.</a:t>
            </a:r>
          </a:p>
          <a:p>
            <a:pPr marL="0" lvl="0" indent="0" algn="l" rtl="0">
              <a:lnSpc>
                <a:spcPct val="115000"/>
              </a:lnSpc>
              <a:spcBef>
                <a:spcPts val="0"/>
              </a:spcBef>
              <a:spcAft>
                <a:spcPts val="0"/>
              </a:spcAft>
              <a:buSzPts val="1600"/>
              <a:buNone/>
            </a:pPr>
            <a:endParaRPr lang="en-US" dirty="0"/>
          </a:p>
        </p:txBody>
      </p:sp>
      <p:pic>
        <p:nvPicPr>
          <p:cNvPr id="503" name="Google Shape;503;p45" descr="The output panel is located at the bottom of jgrasp. If it is hidden, please drag the box up to open and and make sure the box is set on Run I/O."/>
          <p:cNvPicPr preferRelativeResize="0"/>
          <p:nvPr/>
        </p:nvPicPr>
        <p:blipFill rotWithShape="1">
          <a:blip r:embed="rId3">
            <a:alphaModFix/>
          </a:blip>
          <a:srcRect/>
          <a:stretch/>
        </p:blipFill>
        <p:spPr>
          <a:xfrm>
            <a:off x="4291800" y="1113075"/>
            <a:ext cx="4776107" cy="2917349"/>
          </a:xfrm>
          <a:prstGeom prst="rect">
            <a:avLst/>
          </a:prstGeom>
          <a:noFill/>
          <a:ln>
            <a:noFill/>
          </a:ln>
        </p:spPr>
      </p:pic>
      <p:sp>
        <p:nvSpPr>
          <p:cNvPr id="502" name="Google Shape;502;p45"/>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46"/>
          <p:cNvSpPr txBox="1">
            <a:spLocks noGrp="1"/>
          </p:cNvSpPr>
          <p:nvPr>
            <p:ph type="title"/>
          </p:nvPr>
        </p:nvSpPr>
        <p:spPr>
          <a:xfrm>
            <a:off x="228599" y="228600"/>
            <a:ext cx="7845879"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dirty="0"/>
              <a:t>With a partner, finish and turn in 01 Lecture Worksheet 2</a:t>
            </a:r>
            <a:endParaRPr dirty="0"/>
          </a:p>
        </p:txBody>
      </p:sp>
      <p:sp>
        <p:nvSpPr>
          <p:cNvPr id="509" name="Google Shape;509;p46"/>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p>
            <a:pPr marL="457200" lvl="0" indent="-330200" algn="l" rtl="0">
              <a:lnSpc>
                <a:spcPct val="115000"/>
              </a:lnSpc>
              <a:spcBef>
                <a:spcPts val="0"/>
              </a:spcBef>
              <a:spcAft>
                <a:spcPts val="0"/>
              </a:spcAft>
              <a:buSzPts val="1600"/>
              <a:buChar char="•"/>
            </a:pPr>
            <a:r>
              <a:rPr lang="en" dirty="0"/>
              <a:t>The “Canvas Assignment” for today’s in-class exercise is listed in the module for today’s lecture</a:t>
            </a:r>
            <a:endParaRPr dirty="0"/>
          </a:p>
          <a:p>
            <a:pPr marL="457200" lvl="0" indent="0" algn="l" rtl="0">
              <a:lnSpc>
                <a:spcPct val="115000"/>
              </a:lnSpc>
              <a:spcBef>
                <a:spcPts val="1200"/>
              </a:spcBef>
              <a:spcAft>
                <a:spcPts val="0"/>
              </a:spcAft>
              <a:buSzPts val="1600"/>
              <a:buNone/>
            </a:pPr>
            <a:endParaRPr dirty="0"/>
          </a:p>
          <a:p>
            <a:pPr marL="457200" lvl="0" indent="-330200" algn="l" rtl="0">
              <a:lnSpc>
                <a:spcPct val="115000"/>
              </a:lnSpc>
              <a:spcBef>
                <a:spcPts val="1200"/>
              </a:spcBef>
              <a:spcAft>
                <a:spcPts val="0"/>
              </a:spcAft>
              <a:buSzPts val="1600"/>
              <a:buChar char="•"/>
            </a:pPr>
            <a:r>
              <a:rPr lang="en" dirty="0"/>
              <a:t>ALSO: Let’s look through “</a:t>
            </a:r>
            <a:r>
              <a:rPr lang="en" b="1" dirty="0">
                <a:solidFill>
                  <a:srgbClr val="8B008B"/>
                </a:solidFill>
              </a:rPr>
              <a:t>How To Make Sure That You Submitted The Correct File(s) For Your Homework</a:t>
            </a:r>
            <a:r>
              <a:rPr lang="en" dirty="0"/>
              <a:t>” in the “Getting Started in IT-CS 115” module</a:t>
            </a:r>
            <a:endParaRPr dirty="0"/>
          </a:p>
          <a:p>
            <a:pPr marL="0" lvl="0" indent="0" algn="l" rtl="0">
              <a:lnSpc>
                <a:spcPct val="115000"/>
              </a:lnSpc>
              <a:spcBef>
                <a:spcPts val="1200"/>
              </a:spcBef>
              <a:spcAft>
                <a:spcPts val="1200"/>
              </a:spcAft>
              <a:buSzPts val="1600"/>
              <a:buNone/>
            </a:pPr>
            <a:endParaRPr dirty="0"/>
          </a:p>
        </p:txBody>
      </p:sp>
      <p:sp>
        <p:nvSpPr>
          <p:cNvPr id="510" name="Google Shape;510;p46"/>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4800"/>
              <a:buNone/>
            </a:pPr>
            <a:fld id="{00000000-1234-1234-1234-123412341234}" type="slidenum">
              <a:rPr lang="en"/>
              <a:t>29</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AD1DC"/>
        </a:solidFill>
        <a:effectLst/>
      </p:bgPr>
    </p:bg>
    <p:spTree>
      <p:nvGrpSpPr>
        <p:cNvPr id="1" name="Shape 514"/>
        <p:cNvGrpSpPr/>
        <p:nvPr/>
      </p:nvGrpSpPr>
      <p:grpSpPr>
        <a:xfrm>
          <a:off x="0" y="0"/>
          <a:ext cx="0" cy="0"/>
          <a:chOff x="0" y="0"/>
          <a:chExt cx="0" cy="0"/>
        </a:xfrm>
      </p:grpSpPr>
      <p:sp>
        <p:nvSpPr>
          <p:cNvPr id="515" name="Google Shape;515;g32a7fc5f463_1_0"/>
          <p:cNvSpPr txBox="1">
            <a:spLocks noGrp="1"/>
          </p:cNvSpPr>
          <p:nvPr>
            <p:ph type="title"/>
          </p:nvPr>
        </p:nvSpPr>
        <p:spPr>
          <a:xfrm>
            <a:off x="228600" y="228600"/>
            <a:ext cx="7639200" cy="365700"/>
          </a:xfrm>
          <a:prstGeom prst="rect">
            <a:avLst/>
          </a:prstGeom>
          <a:noFill/>
          <a:ln>
            <a:noFill/>
          </a:ln>
        </p:spPr>
        <p:txBody>
          <a:bodyPr spcFirstLastPara="1" wrap="square" lIns="45700" tIns="45700" rIns="45700" bIns="45700" anchor="ctr" anchorCtr="0">
            <a:noAutofit/>
          </a:bodyPr>
          <a:lstStyle/>
          <a:p>
            <a:pPr marL="0" lvl="0" indent="0" algn="l" rtl="0">
              <a:lnSpc>
                <a:spcPct val="100000"/>
              </a:lnSpc>
              <a:spcBef>
                <a:spcPts val="0"/>
              </a:spcBef>
              <a:spcAft>
                <a:spcPts val="0"/>
              </a:spcAft>
              <a:buSzPts val="2400"/>
              <a:buNone/>
            </a:pPr>
            <a:r>
              <a:rPr lang="en" dirty="0"/>
              <a:t>Office Hours &amp; Appointments</a:t>
            </a:r>
            <a:endParaRPr dirty="0"/>
          </a:p>
        </p:txBody>
      </p:sp>
      <p:sp>
        <p:nvSpPr>
          <p:cNvPr id="516" name="Google Shape;516;g32a7fc5f463_1_0"/>
          <p:cNvSpPr txBox="1">
            <a:spLocks noGrp="1"/>
          </p:cNvSpPr>
          <p:nvPr>
            <p:ph type="body" idx="1"/>
          </p:nvPr>
        </p:nvSpPr>
        <p:spPr>
          <a:xfrm>
            <a:off x="228600" y="685800"/>
            <a:ext cx="8686800" cy="4233600"/>
          </a:xfrm>
          <a:prstGeom prst="rect">
            <a:avLst/>
          </a:prstGeom>
          <a:noFill/>
          <a:ln>
            <a:noFill/>
          </a:ln>
        </p:spPr>
        <p:txBody>
          <a:bodyPr spcFirstLastPara="1" wrap="square" lIns="45700" tIns="45700" rIns="45700" bIns="45700" anchor="t" anchorCtr="0">
            <a:noAutofit/>
          </a:bodyPr>
          <a:lstStyle/>
          <a:p>
            <a:pPr marL="127000" indent="0">
              <a:buNone/>
            </a:pPr>
            <a:r>
              <a:rPr lang="en-US" dirty="0"/>
              <a:t>You can meet with me during:</a:t>
            </a:r>
          </a:p>
          <a:p>
            <a:pPr lvl="1"/>
            <a:r>
              <a:rPr lang="en-US" b="1" dirty="0"/>
              <a:t>Office hours</a:t>
            </a:r>
            <a:r>
              <a:rPr lang="en-US" dirty="0"/>
              <a:t> </a:t>
            </a:r>
          </a:p>
          <a:p>
            <a:pPr lvl="1"/>
            <a:r>
              <a:rPr lang="en-US" b="1" dirty="0"/>
              <a:t>In-person or Zoom appointment</a:t>
            </a:r>
            <a:r>
              <a:rPr lang="en-US" dirty="0"/>
              <a:t>—just send me a message on Canvas with a few times that work for you!</a:t>
            </a:r>
          </a:p>
          <a:p>
            <a:pPr marL="127000" indent="0">
              <a:buNone/>
            </a:pPr>
            <a:endParaRPr lang="en-US" dirty="0"/>
          </a:p>
          <a:p>
            <a:pPr marL="127000" indent="0">
              <a:buNone/>
            </a:pPr>
            <a:r>
              <a:rPr lang="en-US" dirty="0"/>
              <a:t>I'm always happy to clarify feedback, help you work through something you're stuck on, or take a look at your homework </a:t>
            </a:r>
            <a:r>
              <a:rPr lang="en-US" i="1" dirty="0"/>
              <a:t>LIVE</a:t>
            </a:r>
            <a:r>
              <a:rPr lang="en-US" dirty="0"/>
              <a:t> before you submit.</a:t>
            </a:r>
          </a:p>
          <a:p>
            <a:pPr marL="127000" indent="0">
              <a:buNone/>
            </a:pPr>
            <a:endParaRPr dirty="0"/>
          </a:p>
          <a:p>
            <a:pPr marL="0" lvl="0" indent="0" algn="l" rtl="0">
              <a:lnSpc>
                <a:spcPct val="100000"/>
              </a:lnSpc>
              <a:spcAft>
                <a:spcPts val="0"/>
              </a:spcAft>
              <a:buSzPts val="1600"/>
              <a:buNone/>
            </a:pPr>
            <a:r>
              <a:rPr lang="en" b="1" dirty="0">
                <a:solidFill>
                  <a:srgbClr val="8B008B"/>
                </a:solidFill>
              </a:rPr>
              <a:t>Thanks for coming to lecture! See you next class! Stay safe and stay hydrated :)</a:t>
            </a:r>
            <a:endParaRPr b="1" dirty="0">
              <a:solidFill>
                <a:srgbClr val="8B008B"/>
              </a:solidFill>
            </a:endParaRPr>
          </a:p>
          <a:p>
            <a:pPr marL="0" lvl="0" indent="0" algn="l" rtl="0">
              <a:lnSpc>
                <a:spcPct val="100000"/>
              </a:lnSpc>
              <a:spcAft>
                <a:spcPts val="0"/>
              </a:spcAft>
              <a:buClr>
                <a:schemeClr val="dk2"/>
              </a:buClr>
              <a:buSzPts val="1100"/>
              <a:buFont typeface="Arial"/>
              <a:buNone/>
            </a:pPr>
            <a:r>
              <a:rPr lang="en" dirty="0"/>
              <a:t>Please don't hesitate to reach out if you have any </a:t>
            </a:r>
            <a:endParaRPr dirty="0"/>
          </a:p>
          <a:p>
            <a:pPr marL="0" lvl="0" indent="0" algn="l" rtl="0">
              <a:lnSpc>
                <a:spcPct val="100000"/>
              </a:lnSpc>
              <a:spcAft>
                <a:spcPts val="0"/>
              </a:spcAft>
              <a:buClr>
                <a:schemeClr val="dk2"/>
              </a:buClr>
              <a:buSzPts val="1100"/>
              <a:buFont typeface="Arial"/>
              <a:buNone/>
            </a:pPr>
            <a:r>
              <a:rPr lang="en" dirty="0"/>
              <a:t>questions or concerns about the course! I’m here to support </a:t>
            </a:r>
            <a:endParaRPr dirty="0"/>
          </a:p>
          <a:p>
            <a:pPr marL="0" lvl="0" indent="0" algn="l" rtl="0">
              <a:lnSpc>
                <a:spcPct val="100000"/>
              </a:lnSpc>
              <a:spcAft>
                <a:spcPts val="0"/>
              </a:spcAft>
              <a:buClr>
                <a:schemeClr val="dk2"/>
              </a:buClr>
              <a:buSzPts val="1100"/>
              <a:buFont typeface="Arial"/>
              <a:buNone/>
            </a:pPr>
            <a:r>
              <a:rPr lang="en" dirty="0"/>
              <a:t>you however we can!</a:t>
            </a:r>
            <a:endParaRPr dirty="0"/>
          </a:p>
          <a:p>
            <a:pPr marL="0" lvl="0" indent="0" algn="l" rtl="0">
              <a:lnSpc>
                <a:spcPct val="115000"/>
              </a:lnSpc>
              <a:spcBef>
                <a:spcPts val="1200"/>
              </a:spcBef>
              <a:spcAft>
                <a:spcPts val="0"/>
              </a:spcAft>
              <a:buClr>
                <a:schemeClr val="dk2"/>
              </a:buClr>
              <a:buSzPts val="1100"/>
              <a:buFont typeface="Arial"/>
              <a:buNone/>
            </a:pPr>
            <a:endParaRPr dirty="0"/>
          </a:p>
          <a:p>
            <a:pPr marL="0" lvl="0" indent="0" algn="l" rtl="0">
              <a:lnSpc>
                <a:spcPct val="115000"/>
              </a:lnSpc>
              <a:spcBef>
                <a:spcPts val="1200"/>
              </a:spcBef>
              <a:spcAft>
                <a:spcPts val="1200"/>
              </a:spcAft>
              <a:buSzPts val="1600"/>
              <a:buNone/>
            </a:pPr>
            <a:endParaRPr dirty="0"/>
          </a:p>
        </p:txBody>
      </p:sp>
      <p:sp>
        <p:nvSpPr>
          <p:cNvPr id="517" name="Google Shape;517;g32a7fc5f463_1_0"/>
          <p:cNvSpPr txBox="1">
            <a:spLocks noGrp="1"/>
          </p:cNvSpPr>
          <p:nvPr>
            <p:ph type="sldNum" idx="12"/>
          </p:nvPr>
        </p:nvSpPr>
        <p:spPr>
          <a:xfrm>
            <a:off x="8001000" y="228600"/>
            <a:ext cx="914400" cy="4572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Clr>
                <a:srgbClr val="000000"/>
              </a:buClr>
              <a:buSzPts val="4800"/>
              <a:buFont typeface="Arial"/>
              <a:buNone/>
            </a:pPr>
            <a:fld id="{00000000-1234-1234-1234-123412341234}" type="slidenum">
              <a:rPr lang="en"/>
              <a:t>30</a:t>
            </a:fld>
            <a:endParaRPr/>
          </a:p>
        </p:txBody>
      </p:sp>
      <p:pic>
        <p:nvPicPr>
          <p:cNvPr id="518" name="Google Shape;518;g32a7fc5f463_1_0">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6425293" y="3575956"/>
            <a:ext cx="2490107" cy="1434943"/>
          </a:xfrm>
          <a:prstGeom prst="rect">
            <a:avLst/>
          </a:prstGeom>
          <a:noFill/>
          <a:ln>
            <a:noFill/>
          </a:ln>
        </p:spPr>
      </p:pic>
    </p:spTree>
  </p:cSld>
  <p:clrMapOvr>
    <a:masterClrMapping/>
  </p:clrMapOvr>
</p:sld>
</file>

<file path=ppt/theme/theme1.xml><?xml version="1.0" encoding="utf-8"?>
<a:theme xmlns:a="http://schemas.openxmlformats.org/drawingml/2006/main" name="Notable">
  <a:themeElements>
    <a:clrScheme name="Simple Light">
      <a:dk1>
        <a:srgbClr val="382E42"/>
      </a:dk1>
      <a:lt1>
        <a:srgbClr val="FFFFFF"/>
      </a:lt1>
      <a:dk2>
        <a:srgbClr val="000000"/>
      </a:dk2>
      <a:lt2>
        <a:srgbClr val="CCCCCC"/>
      </a:lt2>
      <a:accent1>
        <a:srgbClr val="CE93D8"/>
      </a:accent1>
      <a:accent2>
        <a:srgbClr val="382E42"/>
      </a:accent2>
      <a:accent3>
        <a:srgbClr val="4D3663"/>
      </a:accent3>
      <a:accent4>
        <a:srgbClr val="FFCC80"/>
      </a:accent4>
      <a:accent5>
        <a:srgbClr val="B3E5FC"/>
      </a:accent5>
      <a:accent6>
        <a:srgbClr val="C3E88D"/>
      </a:accent6>
      <a:hlink>
        <a:srgbClr val="29B6F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Notable">
  <a:themeElements>
    <a:clrScheme name="Simple Light">
      <a:dk1>
        <a:srgbClr val="382E42"/>
      </a:dk1>
      <a:lt1>
        <a:srgbClr val="FFFFFF"/>
      </a:lt1>
      <a:dk2>
        <a:srgbClr val="000000"/>
      </a:dk2>
      <a:lt2>
        <a:srgbClr val="CCCCCC"/>
      </a:lt2>
      <a:accent1>
        <a:srgbClr val="CE93D8"/>
      </a:accent1>
      <a:accent2>
        <a:srgbClr val="382E42"/>
      </a:accent2>
      <a:accent3>
        <a:srgbClr val="4D3663"/>
      </a:accent3>
      <a:accent4>
        <a:srgbClr val="FFCC80"/>
      </a:accent4>
      <a:accent5>
        <a:srgbClr val="B3E5FC"/>
      </a:accent5>
      <a:accent6>
        <a:srgbClr val="C3E88D"/>
      </a:accent6>
      <a:hlink>
        <a:srgbClr val="29B6F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Notable">
  <a:themeElements>
    <a:clrScheme name="Simple Light">
      <a:dk1>
        <a:srgbClr val="382E42"/>
      </a:dk1>
      <a:lt1>
        <a:srgbClr val="FFFFFF"/>
      </a:lt1>
      <a:dk2>
        <a:srgbClr val="000000"/>
      </a:dk2>
      <a:lt2>
        <a:srgbClr val="CCCCCC"/>
      </a:lt2>
      <a:accent1>
        <a:srgbClr val="CE93D8"/>
      </a:accent1>
      <a:accent2>
        <a:srgbClr val="382E42"/>
      </a:accent2>
      <a:accent3>
        <a:srgbClr val="4D3663"/>
      </a:accent3>
      <a:accent4>
        <a:srgbClr val="FFCC80"/>
      </a:accent4>
      <a:accent5>
        <a:srgbClr val="B3E5FC"/>
      </a:accent5>
      <a:accent6>
        <a:srgbClr val="C3E88D"/>
      </a:accent6>
      <a:hlink>
        <a:srgbClr val="29B6F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264</TotalTime>
  <Words>1695</Words>
  <Application>Microsoft Office PowerPoint</Application>
  <PresentationFormat>On-screen Show (16:9)</PresentationFormat>
  <Paragraphs>243</Paragraphs>
  <Slides>30</Slides>
  <Notes>25</Notes>
  <HiddenSlides>1</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30</vt:i4>
      </vt:variant>
    </vt:vector>
  </HeadingPairs>
  <TitlesOfParts>
    <vt:vector size="38" baseType="lpstr">
      <vt:lpstr>Open Sans</vt:lpstr>
      <vt:lpstr>Arial</vt:lpstr>
      <vt:lpstr>Roboto</vt:lpstr>
      <vt:lpstr>Encode Sans Condensed</vt:lpstr>
      <vt:lpstr>Courier New</vt:lpstr>
      <vt:lpstr>Notable</vt:lpstr>
      <vt:lpstr>Notable</vt:lpstr>
      <vt:lpstr>1_Notable</vt:lpstr>
      <vt:lpstr>Welcome to Intro to Programming! (IT-CS 115)</vt:lpstr>
      <vt:lpstr>Who am I?</vt:lpstr>
      <vt:lpstr>Objective: learn the vocab of programming!</vt:lpstr>
      <vt:lpstr>IT-CS 115</vt:lpstr>
      <vt:lpstr>Towards Specializations</vt:lpstr>
      <vt:lpstr>Communication Tools</vt:lpstr>
      <vt:lpstr>Let’s look at Canvas #1</vt:lpstr>
      <vt:lpstr>Let’s look at Canvas #2</vt:lpstr>
      <vt:lpstr>Let’s look at Canvas #3</vt:lpstr>
      <vt:lpstr>Class Participation and Expectations</vt:lpstr>
      <vt:lpstr>Stepping out of the classroom</vt:lpstr>
      <vt:lpstr>Bring your own laptop</vt:lpstr>
      <vt:lpstr>Computer Setup &amp; Digital Organization</vt:lpstr>
      <vt:lpstr>Start setting up your computer… NOW</vt:lpstr>
      <vt:lpstr>Start installing the software… NOW</vt:lpstr>
      <vt:lpstr>Roll Call</vt:lpstr>
      <vt:lpstr>Activity: Read the Syllabus</vt:lpstr>
      <vt:lpstr>Make groups (5 minutes)</vt:lpstr>
      <vt:lpstr>Name tag table tents</vt:lpstr>
      <vt:lpstr>Homework: Introductions &amp; Syllabus Quiz</vt:lpstr>
      <vt:lpstr>01 Lecture Worksheet 1 (Paper)</vt:lpstr>
      <vt:lpstr>01 Lecture Worksheet 2 (Online)</vt:lpstr>
      <vt:lpstr>Step 1: Running jGRASP</vt:lpstr>
      <vt:lpstr>Step 2: Download A Java Program</vt:lpstr>
      <vt:lpstr>Tips!</vt:lpstr>
      <vt:lpstr>Running Java programs - recall</vt:lpstr>
      <vt:lpstr>Step 3:  Compiling, and running the program</vt:lpstr>
      <vt:lpstr>Output Panel</vt:lpstr>
      <vt:lpstr>With a partner, finish and turn in 01 Lecture Worksheet 2</vt:lpstr>
      <vt:lpstr>Office Hours &amp; Appointments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Batra, Anna</cp:lastModifiedBy>
  <cp:revision>1</cp:revision>
  <dcterms:modified xsi:type="dcterms:W3CDTF">2026-03-26T20:31:29Z</dcterms:modified>
</cp:coreProperties>
</file>